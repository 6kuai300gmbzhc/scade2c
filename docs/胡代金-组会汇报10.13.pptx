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9" r:id="rId3"/>
    <p:sldId id="375" r:id="rId4"/>
    <p:sldId id="349" r:id="rId5"/>
    <p:sldId id="363" r:id="rId6"/>
    <p:sldId id="350" r:id="rId7"/>
    <p:sldId id="351" r:id="rId8"/>
    <p:sldId id="364" r:id="rId9"/>
    <p:sldId id="365" r:id="rId10"/>
    <p:sldId id="367" r:id="rId11"/>
    <p:sldId id="372" r:id="rId12"/>
    <p:sldId id="368" r:id="rId13"/>
    <p:sldId id="369" r:id="rId14"/>
    <p:sldId id="355" r:id="rId15"/>
    <p:sldId id="359" r:id="rId16"/>
    <p:sldId id="360" r:id="rId17"/>
    <p:sldId id="361" r:id="rId18"/>
    <p:sldId id="373" r:id="rId19"/>
    <p:sldId id="374" r:id="rId20"/>
    <p:sldId id="357" r:id="rId21"/>
    <p:sldId id="370" r:id="rId22"/>
    <p:sldId id="371" r:id="rId23"/>
    <p:sldId id="269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6AFE"/>
    <a:srgbClr val="FF6B2D"/>
    <a:srgbClr val="F3F5FE"/>
    <a:srgbClr val="4E79C7"/>
    <a:srgbClr val="2148C8"/>
    <a:srgbClr val="A5A5A5"/>
    <a:srgbClr val="476CE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6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44" y="11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949D05CC-047E-4D19-8DA9-DF28958BB02A}"/>
              </a:ext>
            </a:extLst>
          </p:cNvPr>
          <p:cNvGrpSpPr/>
          <p:nvPr userDrawn="1"/>
        </p:nvGrpSpPr>
        <p:grpSpPr>
          <a:xfrm flipH="1">
            <a:off x="9356050" y="525791"/>
            <a:ext cx="1351129" cy="3703577"/>
            <a:chOff x="6579916" y="-1656143"/>
            <a:chExt cx="1351129" cy="3703577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A8AB8F74-6A35-4D61-B020-DDA12632F5F6}"/>
                </a:ext>
              </a:extLst>
            </p:cNvPr>
            <p:cNvSpPr/>
            <p:nvPr/>
          </p:nvSpPr>
          <p:spPr>
            <a:xfrm>
              <a:off x="6732960" y="-1656143"/>
              <a:ext cx="955843" cy="955844"/>
            </a:xfrm>
            <a:custGeom>
              <a:avLst/>
              <a:gdLst>
                <a:gd name="connsiteX0" fmla="*/ 951389 w 955843"/>
                <a:gd name="connsiteY0" fmla="*/ 541856 h 955844"/>
                <a:gd name="connsiteX1" fmla="*/ 413874 w 955843"/>
                <a:gd name="connsiteY1" fmla="*/ 951485 h 955844"/>
                <a:gd name="connsiteX2" fmla="*/ 4245 w 955843"/>
                <a:gd name="connsiteY2" fmla="*/ 413970 h 955844"/>
                <a:gd name="connsiteX3" fmla="*/ 537527 w 955843"/>
                <a:gd name="connsiteY3" fmla="*/ 3789 h 955844"/>
                <a:gd name="connsiteX4" fmla="*/ 541433 w 955843"/>
                <a:gd name="connsiteY4" fmla="*/ 4265 h 955844"/>
                <a:gd name="connsiteX5" fmla="*/ 951412 w 955843"/>
                <a:gd name="connsiteY5" fmla="*/ 541682 h 955844"/>
                <a:gd name="connsiteX6" fmla="*/ 951389 w 955843"/>
                <a:gd name="connsiteY6" fmla="*/ 541856 h 955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5843" h="955844">
                  <a:moveTo>
                    <a:pt x="951389" y="541856"/>
                  </a:moveTo>
                  <a:cubicBezTo>
                    <a:pt x="916074" y="803403"/>
                    <a:pt x="675420" y="986799"/>
                    <a:pt x="413874" y="951485"/>
                  </a:cubicBezTo>
                  <a:cubicBezTo>
                    <a:pt x="152327" y="916170"/>
                    <a:pt x="-31070" y="675516"/>
                    <a:pt x="4245" y="413970"/>
                  </a:cubicBezTo>
                  <a:cubicBezTo>
                    <a:pt x="39337" y="154074"/>
                    <a:pt x="277328" y="-28981"/>
                    <a:pt x="537527" y="3789"/>
                  </a:cubicBezTo>
                  <a:lnTo>
                    <a:pt x="541433" y="4265"/>
                  </a:lnTo>
                  <a:cubicBezTo>
                    <a:pt x="803049" y="39456"/>
                    <a:pt x="986603" y="280066"/>
                    <a:pt x="951412" y="541682"/>
                  </a:cubicBezTo>
                  <a:cubicBezTo>
                    <a:pt x="951404" y="541740"/>
                    <a:pt x="951396" y="541798"/>
                    <a:pt x="951389" y="54185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E1A8ACE-FF4F-4E17-A79C-E0EE00BC5E35}"/>
                </a:ext>
              </a:extLst>
            </p:cNvPr>
            <p:cNvSpPr/>
            <p:nvPr/>
          </p:nvSpPr>
          <p:spPr>
            <a:xfrm>
              <a:off x="6630313" y="-1513044"/>
              <a:ext cx="174731" cy="202547"/>
            </a:xfrm>
            <a:custGeom>
              <a:avLst/>
              <a:gdLst>
                <a:gd name="connsiteX0" fmla="*/ 7048 w 174731"/>
                <a:gd name="connsiteY0" fmla="*/ 202541 h 202547"/>
                <a:gd name="connsiteX1" fmla="*/ 6286 w 174731"/>
                <a:gd name="connsiteY1" fmla="*/ 100148 h 202547"/>
                <a:gd name="connsiteX2" fmla="*/ 59245 w 174731"/>
                <a:gd name="connsiteY2" fmla="*/ 6612 h 202547"/>
                <a:gd name="connsiteX3" fmla="*/ 132873 w 174731"/>
                <a:gd name="connsiteY3" fmla="*/ 5469 h 202547"/>
                <a:gd name="connsiteX4" fmla="*/ 123348 w 174731"/>
                <a:gd name="connsiteY4" fmla="*/ 106339 h 202547"/>
                <a:gd name="connsiteX5" fmla="*/ 170973 w 174731"/>
                <a:gd name="connsiteY5" fmla="*/ 62619 h 202547"/>
                <a:gd name="connsiteX6" fmla="*/ 115442 w 174731"/>
                <a:gd name="connsiteY6" fmla="*/ 191873 h 20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4731" h="202547">
                  <a:moveTo>
                    <a:pt x="7048" y="202541"/>
                  </a:moveTo>
                  <a:cubicBezTo>
                    <a:pt x="-2228" y="169074"/>
                    <a:pt x="-2491" y="133749"/>
                    <a:pt x="6286" y="100148"/>
                  </a:cubicBezTo>
                  <a:cubicBezTo>
                    <a:pt x="16738" y="65408"/>
                    <a:pt x="34833" y="33448"/>
                    <a:pt x="59245" y="6612"/>
                  </a:cubicBezTo>
                  <a:cubicBezTo>
                    <a:pt x="59245" y="6612"/>
                    <a:pt x="99726" y="-7485"/>
                    <a:pt x="132873" y="5469"/>
                  </a:cubicBezTo>
                  <a:cubicBezTo>
                    <a:pt x="166020" y="18423"/>
                    <a:pt x="119157" y="78050"/>
                    <a:pt x="123348" y="106339"/>
                  </a:cubicBezTo>
                  <a:cubicBezTo>
                    <a:pt x="127539" y="134628"/>
                    <a:pt x="154780" y="55761"/>
                    <a:pt x="170973" y="62619"/>
                  </a:cubicBezTo>
                  <a:cubicBezTo>
                    <a:pt x="187165" y="69477"/>
                    <a:pt x="146017" y="178253"/>
                    <a:pt x="115442" y="191873"/>
                  </a:cubicBezTo>
                </a:path>
              </a:pathLst>
            </a:custGeom>
            <a:solidFill>
              <a:srgbClr val="C480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14BEFC8A-A926-4173-A7B2-83C97395ABE4}"/>
                </a:ext>
              </a:extLst>
            </p:cNvPr>
            <p:cNvSpPr/>
            <p:nvPr/>
          </p:nvSpPr>
          <p:spPr>
            <a:xfrm>
              <a:off x="6784284" y="-791647"/>
              <a:ext cx="710435" cy="1158331"/>
            </a:xfrm>
            <a:custGeom>
              <a:avLst/>
              <a:gdLst>
                <a:gd name="connsiteX0" fmla="*/ 710327 w 710435"/>
                <a:gd name="connsiteY0" fmla="*/ 1046292 h 1158331"/>
                <a:gd name="connsiteX1" fmla="*/ 505444 w 710435"/>
                <a:gd name="connsiteY1" fmla="*/ 1129731 h 1158331"/>
                <a:gd name="connsiteX2" fmla="*/ 260556 w 710435"/>
                <a:gd name="connsiteY2" fmla="*/ 1158306 h 1158331"/>
                <a:gd name="connsiteX3" fmla="*/ 141303 w 710435"/>
                <a:gd name="connsiteY3" fmla="*/ 1129731 h 1158331"/>
                <a:gd name="connsiteX4" fmla="*/ 30813 w 710435"/>
                <a:gd name="connsiteY4" fmla="*/ 307819 h 1158331"/>
                <a:gd name="connsiteX5" fmla="*/ 13478 w 710435"/>
                <a:gd name="connsiteY5" fmla="*/ 161229 h 1158331"/>
                <a:gd name="connsiteX6" fmla="*/ 1000 w 710435"/>
                <a:gd name="connsiteY6" fmla="*/ 3400 h 1158331"/>
                <a:gd name="connsiteX7" fmla="*/ 78152 w 710435"/>
                <a:gd name="connsiteY7" fmla="*/ 9210 h 1158331"/>
                <a:gd name="connsiteX8" fmla="*/ 186833 w 710435"/>
                <a:gd name="connsiteY8" fmla="*/ 37785 h 1158331"/>
                <a:gd name="connsiteX9" fmla="*/ 377333 w 710435"/>
                <a:gd name="connsiteY9" fmla="*/ 31118 h 1158331"/>
                <a:gd name="connsiteX10" fmla="*/ 564880 w 710435"/>
                <a:gd name="connsiteY10" fmla="*/ 59693 h 1158331"/>
                <a:gd name="connsiteX11" fmla="*/ 710327 w 710435"/>
                <a:gd name="connsiteY11" fmla="*/ 1046292 h 115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0435" h="1158331">
                  <a:moveTo>
                    <a:pt x="710327" y="1046292"/>
                  </a:moveTo>
                  <a:cubicBezTo>
                    <a:pt x="644791" y="1080448"/>
                    <a:pt x="576196" y="1108384"/>
                    <a:pt x="505444" y="1129731"/>
                  </a:cubicBezTo>
                  <a:cubicBezTo>
                    <a:pt x="446294" y="1146686"/>
                    <a:pt x="342185" y="1158878"/>
                    <a:pt x="260556" y="1158306"/>
                  </a:cubicBezTo>
                  <a:cubicBezTo>
                    <a:pt x="195596" y="1158306"/>
                    <a:pt x="144637" y="1149829"/>
                    <a:pt x="141303" y="1129731"/>
                  </a:cubicBezTo>
                  <a:cubicBezTo>
                    <a:pt x="136064" y="1099632"/>
                    <a:pt x="70818" y="631098"/>
                    <a:pt x="30813" y="307819"/>
                  </a:cubicBezTo>
                  <a:cubicBezTo>
                    <a:pt x="24146" y="254098"/>
                    <a:pt x="18050" y="204378"/>
                    <a:pt x="13478" y="161229"/>
                  </a:cubicBezTo>
                  <a:cubicBezTo>
                    <a:pt x="2905" y="68742"/>
                    <a:pt x="-2620" y="7115"/>
                    <a:pt x="1000" y="3400"/>
                  </a:cubicBezTo>
                  <a:cubicBezTo>
                    <a:pt x="8048" y="-3553"/>
                    <a:pt x="41386" y="1019"/>
                    <a:pt x="78152" y="9210"/>
                  </a:cubicBezTo>
                  <a:cubicBezTo>
                    <a:pt x="129397" y="20164"/>
                    <a:pt x="186833" y="37785"/>
                    <a:pt x="186833" y="37785"/>
                  </a:cubicBezTo>
                  <a:lnTo>
                    <a:pt x="377333" y="31118"/>
                  </a:lnTo>
                  <a:cubicBezTo>
                    <a:pt x="377333" y="31118"/>
                    <a:pt x="542115" y="44453"/>
                    <a:pt x="564880" y="59693"/>
                  </a:cubicBezTo>
                  <a:cubicBezTo>
                    <a:pt x="587645" y="74933"/>
                    <a:pt x="710327" y="1046292"/>
                    <a:pt x="710327" y="1046292"/>
                  </a:cubicBezTo>
                  <a:close/>
                </a:path>
              </a:pathLst>
            </a:custGeom>
            <a:solidFill>
              <a:srgbClr val="2399F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209821EB-DCCB-4616-9F09-AB107E0D0919}"/>
                </a:ext>
              </a:extLst>
            </p:cNvPr>
            <p:cNvSpPr/>
            <p:nvPr/>
          </p:nvSpPr>
          <p:spPr>
            <a:xfrm>
              <a:off x="7326889" y="-742616"/>
              <a:ext cx="495892" cy="454081"/>
            </a:xfrm>
            <a:custGeom>
              <a:avLst/>
              <a:gdLst>
                <a:gd name="connsiteX0" fmla="*/ 494906 w 495892"/>
                <a:gd name="connsiteY0" fmla="*/ 389662 h 454081"/>
                <a:gd name="connsiteX1" fmla="*/ 474522 w 495892"/>
                <a:gd name="connsiteY1" fmla="*/ 435477 h 454081"/>
                <a:gd name="connsiteX2" fmla="*/ 474522 w 495892"/>
                <a:gd name="connsiteY2" fmla="*/ 435477 h 454081"/>
                <a:gd name="connsiteX3" fmla="*/ 417372 w 495892"/>
                <a:gd name="connsiteY3" fmla="*/ 453384 h 454081"/>
                <a:gd name="connsiteX4" fmla="*/ 85426 w 495892"/>
                <a:gd name="connsiteY4" fmla="*/ 369659 h 454081"/>
                <a:gd name="connsiteX5" fmla="*/ 85426 w 495892"/>
                <a:gd name="connsiteY5" fmla="*/ 369659 h 454081"/>
                <a:gd name="connsiteX6" fmla="*/ 52660 w 495892"/>
                <a:gd name="connsiteY6" fmla="*/ 348704 h 454081"/>
                <a:gd name="connsiteX7" fmla="*/ 30562 w 495892"/>
                <a:gd name="connsiteY7" fmla="*/ 317081 h 454081"/>
                <a:gd name="connsiteX8" fmla="*/ -109 w 495892"/>
                <a:gd name="connsiteY8" fmla="*/ -6 h 454081"/>
                <a:gd name="connsiteX9" fmla="*/ 67900 w 495892"/>
                <a:gd name="connsiteY9" fmla="*/ 45523 h 454081"/>
                <a:gd name="connsiteX10" fmla="*/ 494906 w 495892"/>
                <a:gd name="connsiteY10" fmla="*/ 389662 h 454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5892" h="454081">
                  <a:moveTo>
                    <a:pt x="494906" y="389662"/>
                  </a:moveTo>
                  <a:cubicBezTo>
                    <a:pt x="490709" y="405962"/>
                    <a:pt x="483820" y="421447"/>
                    <a:pt x="474522" y="435477"/>
                  </a:cubicBezTo>
                  <a:cubicBezTo>
                    <a:pt x="474522" y="435477"/>
                    <a:pt x="474522" y="435477"/>
                    <a:pt x="474522" y="435477"/>
                  </a:cubicBezTo>
                  <a:cubicBezTo>
                    <a:pt x="456615" y="459480"/>
                    <a:pt x="437470" y="453384"/>
                    <a:pt x="417372" y="453384"/>
                  </a:cubicBezTo>
                  <a:cubicBezTo>
                    <a:pt x="381272" y="453384"/>
                    <a:pt x="168198" y="404521"/>
                    <a:pt x="85426" y="369659"/>
                  </a:cubicBezTo>
                  <a:lnTo>
                    <a:pt x="85426" y="369659"/>
                  </a:lnTo>
                  <a:cubicBezTo>
                    <a:pt x="66376" y="361753"/>
                    <a:pt x="54184" y="354419"/>
                    <a:pt x="52660" y="348704"/>
                  </a:cubicBezTo>
                  <a:cubicBezTo>
                    <a:pt x="45135" y="318319"/>
                    <a:pt x="30562" y="317081"/>
                    <a:pt x="30562" y="317081"/>
                  </a:cubicBezTo>
                  <a:lnTo>
                    <a:pt x="-109" y="-6"/>
                  </a:lnTo>
                  <a:cubicBezTo>
                    <a:pt x="-109" y="-6"/>
                    <a:pt x="45421" y="15139"/>
                    <a:pt x="67900" y="45523"/>
                  </a:cubicBezTo>
                  <a:cubicBezTo>
                    <a:pt x="90379" y="75908"/>
                    <a:pt x="517670" y="313747"/>
                    <a:pt x="494906" y="389662"/>
                  </a:cubicBezTo>
                  <a:close/>
                </a:path>
              </a:pathLst>
            </a:custGeom>
            <a:solidFill>
              <a:srgbClr val="2399F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435985A3-8F84-4A96-A065-06581C78C48A}"/>
                </a:ext>
              </a:extLst>
            </p:cNvPr>
            <p:cNvSpPr/>
            <p:nvPr/>
          </p:nvSpPr>
          <p:spPr>
            <a:xfrm>
              <a:off x="6579916" y="-1350751"/>
              <a:ext cx="388162" cy="955607"/>
            </a:xfrm>
            <a:custGeom>
              <a:avLst/>
              <a:gdLst>
                <a:gd name="connsiteX0" fmla="*/ 385391 w 388162"/>
                <a:gd name="connsiteY0" fmla="*/ 935503 h 955607"/>
                <a:gd name="connsiteX1" fmla="*/ 379009 w 388162"/>
                <a:gd name="connsiteY1" fmla="*/ 955601 h 955607"/>
                <a:gd name="connsiteX2" fmla="*/ 235182 w 388162"/>
                <a:gd name="connsiteY2" fmla="*/ 866923 h 955607"/>
                <a:gd name="connsiteX3" fmla="*/ 228133 w 388162"/>
                <a:gd name="connsiteY3" fmla="*/ 855684 h 955607"/>
                <a:gd name="connsiteX4" fmla="*/ 4772 w 388162"/>
                <a:gd name="connsiteY4" fmla="*/ 420868 h 955607"/>
                <a:gd name="connsiteX5" fmla="*/ 4772 w 388162"/>
                <a:gd name="connsiteY5" fmla="*/ 420201 h 955607"/>
                <a:gd name="connsiteX6" fmla="*/ -86 w 388162"/>
                <a:gd name="connsiteY6" fmla="*/ 388959 h 955607"/>
                <a:gd name="connsiteX7" fmla="*/ 48777 w 388162"/>
                <a:gd name="connsiteY7" fmla="*/ 17484 h 955607"/>
                <a:gd name="connsiteX8" fmla="*/ 108309 w 388162"/>
                <a:gd name="connsiteY8" fmla="*/ 1387 h 955607"/>
                <a:gd name="connsiteX9" fmla="*/ 156886 w 388162"/>
                <a:gd name="connsiteY9" fmla="*/ 20437 h 955607"/>
                <a:gd name="connsiteX10" fmla="*/ 156886 w 388162"/>
                <a:gd name="connsiteY10" fmla="*/ 20437 h 955607"/>
                <a:gd name="connsiteX11" fmla="*/ 171460 w 388162"/>
                <a:gd name="connsiteY11" fmla="*/ 40153 h 955607"/>
                <a:gd name="connsiteX12" fmla="*/ 176317 w 388162"/>
                <a:gd name="connsiteY12" fmla="*/ 374290 h 955607"/>
                <a:gd name="connsiteX13" fmla="*/ 182413 w 388162"/>
                <a:gd name="connsiteY13" fmla="*/ 385530 h 955607"/>
                <a:gd name="connsiteX14" fmla="*/ 282140 w 388162"/>
                <a:gd name="connsiteY14" fmla="*/ 568315 h 955607"/>
                <a:gd name="connsiteX15" fmla="*/ 344148 w 388162"/>
                <a:gd name="connsiteY15" fmla="*/ 681472 h 955607"/>
                <a:gd name="connsiteX16" fmla="*/ 385391 w 388162"/>
                <a:gd name="connsiteY16" fmla="*/ 935503 h 955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8162" h="955607">
                  <a:moveTo>
                    <a:pt x="385391" y="935503"/>
                  </a:moveTo>
                  <a:cubicBezTo>
                    <a:pt x="384405" y="942513"/>
                    <a:pt x="382248" y="949307"/>
                    <a:pt x="379009" y="955601"/>
                  </a:cubicBezTo>
                  <a:cubicBezTo>
                    <a:pt x="379009" y="955601"/>
                    <a:pt x="277377" y="928836"/>
                    <a:pt x="235182" y="866923"/>
                  </a:cubicBezTo>
                  <a:cubicBezTo>
                    <a:pt x="232545" y="863365"/>
                    <a:pt x="230189" y="859607"/>
                    <a:pt x="228133" y="855684"/>
                  </a:cubicBezTo>
                  <a:cubicBezTo>
                    <a:pt x="195081" y="792914"/>
                    <a:pt x="34585" y="529739"/>
                    <a:pt x="4772" y="420868"/>
                  </a:cubicBezTo>
                  <a:cubicBezTo>
                    <a:pt x="4772" y="420868"/>
                    <a:pt x="4772" y="420868"/>
                    <a:pt x="4772" y="420201"/>
                  </a:cubicBezTo>
                  <a:cubicBezTo>
                    <a:pt x="1318" y="410156"/>
                    <a:pt x="-326" y="399578"/>
                    <a:pt x="-86" y="388959"/>
                  </a:cubicBezTo>
                  <a:cubicBezTo>
                    <a:pt x="6582" y="302472"/>
                    <a:pt x="48777" y="17484"/>
                    <a:pt x="48777" y="17484"/>
                  </a:cubicBezTo>
                  <a:cubicBezTo>
                    <a:pt x="48777" y="17484"/>
                    <a:pt x="53349" y="-5852"/>
                    <a:pt x="108309" y="1387"/>
                  </a:cubicBezTo>
                  <a:cubicBezTo>
                    <a:pt x="125959" y="3091"/>
                    <a:pt x="142783" y="9689"/>
                    <a:pt x="156886" y="20437"/>
                  </a:cubicBezTo>
                  <a:lnTo>
                    <a:pt x="156886" y="20437"/>
                  </a:lnTo>
                  <a:cubicBezTo>
                    <a:pt x="163459" y="25549"/>
                    <a:pt x="168500" y="32370"/>
                    <a:pt x="171460" y="40153"/>
                  </a:cubicBezTo>
                  <a:lnTo>
                    <a:pt x="176317" y="374290"/>
                  </a:lnTo>
                  <a:lnTo>
                    <a:pt x="182413" y="385530"/>
                  </a:lnTo>
                  <a:lnTo>
                    <a:pt x="282140" y="568315"/>
                  </a:lnTo>
                  <a:lnTo>
                    <a:pt x="344148" y="681472"/>
                  </a:lnTo>
                  <a:cubicBezTo>
                    <a:pt x="344148" y="681472"/>
                    <a:pt x="400822" y="856922"/>
                    <a:pt x="385391" y="935503"/>
                  </a:cubicBezTo>
                  <a:close/>
                </a:path>
              </a:pathLst>
            </a:custGeom>
            <a:solidFill>
              <a:srgbClr val="2399F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75B5299E-F7A4-4E79-9407-89B2D757D5F2}"/>
                </a:ext>
              </a:extLst>
            </p:cNvPr>
            <p:cNvSpPr/>
            <p:nvPr/>
          </p:nvSpPr>
          <p:spPr>
            <a:xfrm>
              <a:off x="7581492" y="1807988"/>
              <a:ext cx="166442" cy="148559"/>
            </a:xfrm>
            <a:custGeom>
              <a:avLst/>
              <a:gdLst>
                <a:gd name="connsiteX0" fmla="*/ -109 w 166442"/>
                <a:gd name="connsiteY0" fmla="*/ 16948 h 148559"/>
                <a:gd name="connsiteX1" fmla="*/ 46945 w 166442"/>
                <a:gd name="connsiteY1" fmla="*/ 146870 h 148559"/>
                <a:gd name="connsiteX2" fmla="*/ 144862 w 166442"/>
                <a:gd name="connsiteY2" fmla="*/ 105721 h 148559"/>
                <a:gd name="connsiteX3" fmla="*/ 164483 w 166442"/>
                <a:gd name="connsiteY3" fmla="*/ 36761 h 148559"/>
                <a:gd name="connsiteX4" fmla="*/ 151244 w 166442"/>
                <a:gd name="connsiteY4" fmla="*/ -6 h 148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442" h="148559">
                  <a:moveTo>
                    <a:pt x="-109" y="16948"/>
                  </a:moveTo>
                  <a:cubicBezTo>
                    <a:pt x="-109" y="16948"/>
                    <a:pt x="31991" y="138011"/>
                    <a:pt x="46945" y="146870"/>
                  </a:cubicBezTo>
                  <a:cubicBezTo>
                    <a:pt x="61899" y="155728"/>
                    <a:pt x="114477" y="127820"/>
                    <a:pt x="144862" y="105721"/>
                  </a:cubicBezTo>
                  <a:cubicBezTo>
                    <a:pt x="175247" y="83623"/>
                    <a:pt x="164483" y="36761"/>
                    <a:pt x="164483" y="36761"/>
                  </a:cubicBezTo>
                  <a:lnTo>
                    <a:pt x="151244" y="-6"/>
                  </a:lnTo>
                  <a:close/>
                </a:path>
              </a:pathLst>
            </a:custGeom>
            <a:solidFill>
              <a:srgbClr val="C480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6E74EB19-91B9-45AD-B67F-932771B1C50E}"/>
                </a:ext>
              </a:extLst>
            </p:cNvPr>
            <p:cNvSpPr/>
            <p:nvPr/>
          </p:nvSpPr>
          <p:spPr>
            <a:xfrm>
              <a:off x="6722681" y="1766649"/>
              <a:ext cx="179965" cy="186753"/>
            </a:xfrm>
            <a:custGeom>
              <a:avLst/>
              <a:gdLst>
                <a:gd name="connsiteX0" fmla="*/ 52888 w 179965"/>
                <a:gd name="connsiteY0" fmla="*/ -6 h 186753"/>
                <a:gd name="connsiteX1" fmla="*/ 310 w 179965"/>
                <a:gd name="connsiteY1" fmla="*/ 180969 h 186753"/>
                <a:gd name="connsiteX2" fmla="*/ 114610 w 179965"/>
                <a:gd name="connsiteY2" fmla="*/ 175826 h 186753"/>
                <a:gd name="connsiteX3" fmla="*/ 166522 w 179965"/>
                <a:gd name="connsiteY3" fmla="*/ 120199 h 186753"/>
                <a:gd name="connsiteX4" fmla="*/ 179856 w 179965"/>
                <a:gd name="connsiteY4" fmla="*/ 83528 h 18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965" h="186753">
                  <a:moveTo>
                    <a:pt x="52888" y="-6"/>
                  </a:moveTo>
                  <a:cubicBezTo>
                    <a:pt x="52888" y="-6"/>
                    <a:pt x="-5595" y="164586"/>
                    <a:pt x="310" y="180969"/>
                  </a:cubicBezTo>
                  <a:cubicBezTo>
                    <a:pt x="6216" y="197352"/>
                    <a:pt x="77653" y="173444"/>
                    <a:pt x="114610" y="175826"/>
                  </a:cubicBezTo>
                  <a:cubicBezTo>
                    <a:pt x="151567" y="178207"/>
                    <a:pt x="166522" y="120199"/>
                    <a:pt x="166522" y="120199"/>
                  </a:cubicBezTo>
                  <a:lnTo>
                    <a:pt x="179856" y="83528"/>
                  </a:lnTo>
                  <a:close/>
                </a:path>
              </a:pathLst>
            </a:custGeom>
            <a:solidFill>
              <a:srgbClr val="C480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06D52AB2-F4C2-4BB2-A230-D0297BF35429}"/>
                </a:ext>
              </a:extLst>
            </p:cNvPr>
            <p:cNvSpPr/>
            <p:nvPr/>
          </p:nvSpPr>
          <p:spPr>
            <a:xfrm>
              <a:off x="6956081" y="-858359"/>
              <a:ext cx="220408" cy="293860"/>
            </a:xfrm>
            <a:custGeom>
              <a:avLst/>
              <a:gdLst>
                <a:gd name="connsiteX0" fmla="*/ -109 w 220408"/>
                <a:gd name="connsiteY0" fmla="*/ 13248 h 293860"/>
                <a:gd name="connsiteX1" fmla="*/ 15036 w 220408"/>
                <a:gd name="connsiteY1" fmla="*/ 149741 h 293860"/>
                <a:gd name="connsiteX2" fmla="*/ 144100 w 220408"/>
                <a:gd name="connsiteY2" fmla="*/ 293854 h 293860"/>
                <a:gd name="connsiteX3" fmla="*/ 220300 w 220408"/>
                <a:gd name="connsiteY3" fmla="*/ 149741 h 293860"/>
                <a:gd name="connsiteX4" fmla="*/ 205155 w 220408"/>
                <a:gd name="connsiteY4" fmla="*/ 89067 h 293860"/>
                <a:gd name="connsiteX5" fmla="*/ -109 w 220408"/>
                <a:gd name="connsiteY5" fmla="*/ 13248 h 293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0408" h="293860">
                  <a:moveTo>
                    <a:pt x="-109" y="13248"/>
                  </a:moveTo>
                  <a:cubicBezTo>
                    <a:pt x="-109" y="13248"/>
                    <a:pt x="22561" y="111831"/>
                    <a:pt x="15036" y="149741"/>
                  </a:cubicBezTo>
                  <a:cubicBezTo>
                    <a:pt x="7511" y="187651"/>
                    <a:pt x="67900" y="293854"/>
                    <a:pt x="144100" y="293854"/>
                  </a:cubicBezTo>
                  <a:cubicBezTo>
                    <a:pt x="220300" y="293854"/>
                    <a:pt x="220300" y="164981"/>
                    <a:pt x="220300" y="149741"/>
                  </a:cubicBezTo>
                  <a:cubicBezTo>
                    <a:pt x="220300" y="134501"/>
                    <a:pt x="197535" y="127072"/>
                    <a:pt x="205155" y="89067"/>
                  </a:cubicBezTo>
                  <a:cubicBezTo>
                    <a:pt x="212775" y="51062"/>
                    <a:pt x="7416" y="-32282"/>
                    <a:pt x="-109" y="13248"/>
                  </a:cubicBezTo>
                  <a:close/>
                </a:path>
              </a:pathLst>
            </a:custGeom>
            <a:solidFill>
              <a:srgbClr val="C480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4FDA037D-1CF7-45E5-A130-60FBCB9EFDC2}"/>
                </a:ext>
              </a:extLst>
            </p:cNvPr>
            <p:cNvSpPr/>
            <p:nvPr/>
          </p:nvSpPr>
          <p:spPr>
            <a:xfrm>
              <a:off x="6956081" y="-858349"/>
              <a:ext cx="216979" cy="167835"/>
            </a:xfrm>
            <a:custGeom>
              <a:avLst/>
              <a:gdLst>
                <a:gd name="connsiteX0" fmla="*/ 204679 w 216979"/>
                <a:gd name="connsiteY0" fmla="*/ 89057 h 167835"/>
                <a:gd name="connsiteX1" fmla="*/ 216871 w 216979"/>
                <a:gd name="connsiteY1" fmla="*/ 140111 h 167835"/>
                <a:gd name="connsiteX2" fmla="*/ 154387 w 216979"/>
                <a:gd name="connsiteY2" fmla="*/ 167829 h 167835"/>
                <a:gd name="connsiteX3" fmla="*/ 10273 w 216979"/>
                <a:gd name="connsiteY3" fmla="*/ 61625 h 167835"/>
                <a:gd name="connsiteX4" fmla="*/ 8654 w 216979"/>
                <a:gd name="connsiteY4" fmla="*/ 57815 h 167835"/>
                <a:gd name="connsiteX5" fmla="*/ -109 w 216979"/>
                <a:gd name="connsiteY5" fmla="*/ 13238 h 167835"/>
                <a:gd name="connsiteX6" fmla="*/ 204679 w 216979"/>
                <a:gd name="connsiteY6" fmla="*/ 89057 h 167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979" h="167835">
                  <a:moveTo>
                    <a:pt x="204679" y="89057"/>
                  </a:moveTo>
                  <a:cubicBezTo>
                    <a:pt x="198773" y="118394"/>
                    <a:pt x="210965" y="129538"/>
                    <a:pt x="216871" y="140111"/>
                  </a:cubicBezTo>
                  <a:cubicBezTo>
                    <a:pt x="200190" y="156763"/>
                    <a:pt x="177927" y="166639"/>
                    <a:pt x="154387" y="167829"/>
                  </a:cubicBezTo>
                  <a:cubicBezTo>
                    <a:pt x="108857" y="167829"/>
                    <a:pt x="40658" y="129729"/>
                    <a:pt x="10273" y="61625"/>
                  </a:cubicBezTo>
                  <a:cubicBezTo>
                    <a:pt x="9702" y="60387"/>
                    <a:pt x="9226" y="59053"/>
                    <a:pt x="8654" y="57815"/>
                  </a:cubicBezTo>
                  <a:cubicBezTo>
                    <a:pt x="4368" y="32764"/>
                    <a:pt x="-109" y="13238"/>
                    <a:pt x="-109" y="13238"/>
                  </a:cubicBezTo>
                  <a:cubicBezTo>
                    <a:pt x="7416" y="-32291"/>
                    <a:pt x="212203" y="51148"/>
                    <a:pt x="204679" y="89057"/>
                  </a:cubicBezTo>
                  <a:close/>
                </a:path>
              </a:pathLst>
            </a:custGeom>
            <a:solidFill>
              <a:srgbClr val="B5765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9E85F370-E20B-4D93-912C-B0DDE2B8B5B5}"/>
                </a:ext>
              </a:extLst>
            </p:cNvPr>
            <p:cNvSpPr/>
            <p:nvPr/>
          </p:nvSpPr>
          <p:spPr>
            <a:xfrm>
              <a:off x="6931830" y="-756999"/>
              <a:ext cx="156708" cy="225835"/>
            </a:xfrm>
            <a:custGeom>
              <a:avLst/>
              <a:gdLst>
                <a:gd name="connsiteX0" fmla="*/ 40716 w 156708"/>
                <a:gd name="connsiteY0" fmla="*/ 34284 h 225835"/>
                <a:gd name="connsiteX1" fmla="*/ 153968 w 156708"/>
                <a:gd name="connsiteY1" fmla="*/ 192494 h 225835"/>
                <a:gd name="connsiteX2" fmla="*/ 130251 w 156708"/>
                <a:gd name="connsiteY2" fmla="*/ 222879 h 225835"/>
                <a:gd name="connsiteX3" fmla="*/ 1377 w 156708"/>
                <a:gd name="connsiteY3" fmla="*/ 48381 h 225835"/>
                <a:gd name="connsiteX4" fmla="*/ 39477 w 156708"/>
                <a:gd name="connsiteY4" fmla="*/ -6 h 22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708" h="225835">
                  <a:moveTo>
                    <a:pt x="40716" y="34284"/>
                  </a:moveTo>
                  <a:cubicBezTo>
                    <a:pt x="40716" y="34284"/>
                    <a:pt x="101866" y="177159"/>
                    <a:pt x="153968" y="192494"/>
                  </a:cubicBezTo>
                  <a:cubicBezTo>
                    <a:pt x="153968" y="192494"/>
                    <a:pt x="168256" y="200114"/>
                    <a:pt x="130251" y="222879"/>
                  </a:cubicBezTo>
                  <a:cubicBezTo>
                    <a:pt x="92246" y="245644"/>
                    <a:pt x="-13863" y="131820"/>
                    <a:pt x="1377" y="48381"/>
                  </a:cubicBezTo>
                  <a:cubicBezTo>
                    <a:pt x="4677" y="26671"/>
                    <a:pt x="19147" y="8294"/>
                    <a:pt x="39477" y="-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CBDC9772-7E82-4CD5-A2F4-54501EE904B7}"/>
                </a:ext>
              </a:extLst>
            </p:cNvPr>
            <p:cNvSpPr/>
            <p:nvPr/>
          </p:nvSpPr>
          <p:spPr>
            <a:xfrm>
              <a:off x="7135151" y="-757166"/>
              <a:ext cx="74802" cy="207907"/>
            </a:xfrm>
            <a:custGeom>
              <a:avLst/>
              <a:gdLst>
                <a:gd name="connsiteX0" fmla="*/ 25609 w 74802"/>
                <a:gd name="connsiteY0" fmla="*/ 3114 h 207907"/>
                <a:gd name="connsiteX1" fmla="*/ -109 w 74802"/>
                <a:gd name="connsiteY1" fmla="*/ 180851 h 207907"/>
                <a:gd name="connsiteX2" fmla="*/ 33133 w 74802"/>
                <a:gd name="connsiteY2" fmla="*/ 207902 h 207907"/>
                <a:gd name="connsiteX3" fmla="*/ 71233 w 74802"/>
                <a:gd name="connsiteY3" fmla="*/ 48548 h 207907"/>
                <a:gd name="connsiteX4" fmla="*/ 25609 w 74802"/>
                <a:gd name="connsiteY4" fmla="*/ 3114 h 207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802" h="207907">
                  <a:moveTo>
                    <a:pt x="25609" y="3114"/>
                  </a:moveTo>
                  <a:cubicBezTo>
                    <a:pt x="25609" y="3114"/>
                    <a:pt x="42373" y="108365"/>
                    <a:pt x="-109" y="180851"/>
                  </a:cubicBezTo>
                  <a:cubicBezTo>
                    <a:pt x="-109" y="180851"/>
                    <a:pt x="17989" y="207902"/>
                    <a:pt x="33133" y="207902"/>
                  </a:cubicBezTo>
                  <a:cubicBezTo>
                    <a:pt x="48278" y="207902"/>
                    <a:pt x="86283" y="116843"/>
                    <a:pt x="71233" y="48548"/>
                  </a:cubicBezTo>
                  <a:cubicBezTo>
                    <a:pt x="62185" y="8734"/>
                    <a:pt x="33133" y="-7363"/>
                    <a:pt x="25609" y="311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CB244325-E545-4E23-B20E-BC817BEA0A81}"/>
                </a:ext>
              </a:extLst>
            </p:cNvPr>
            <p:cNvSpPr/>
            <p:nvPr/>
          </p:nvSpPr>
          <p:spPr>
            <a:xfrm>
              <a:off x="6750627" y="254651"/>
              <a:ext cx="1009364" cy="1616701"/>
            </a:xfrm>
            <a:custGeom>
              <a:avLst/>
              <a:gdLst>
                <a:gd name="connsiteX0" fmla="*/ 174961 w 1009364"/>
                <a:gd name="connsiteY0" fmla="*/ 83528 h 1616701"/>
                <a:gd name="connsiteX1" fmla="*/ 257924 w 1009364"/>
                <a:gd name="connsiteY1" fmla="*/ 742944 h 1616701"/>
                <a:gd name="connsiteX2" fmla="*/ -109 w 1009364"/>
                <a:gd name="connsiteY2" fmla="*/ 1596384 h 1616701"/>
                <a:gd name="connsiteX3" fmla="*/ 145910 w 1009364"/>
                <a:gd name="connsiteY3" fmla="*/ 1615434 h 1616701"/>
                <a:gd name="connsiteX4" fmla="*/ 496144 w 1009364"/>
                <a:gd name="connsiteY4" fmla="*/ 771519 h 1616701"/>
                <a:gd name="connsiteX5" fmla="*/ 501097 w 1009364"/>
                <a:gd name="connsiteY5" fmla="*/ 235166 h 1616701"/>
                <a:gd name="connsiteX6" fmla="*/ 614920 w 1009364"/>
                <a:gd name="connsiteY6" fmla="*/ 697891 h 1616701"/>
                <a:gd name="connsiteX7" fmla="*/ 832948 w 1009364"/>
                <a:gd name="connsiteY7" fmla="*/ 1600194 h 1616701"/>
                <a:gd name="connsiteX8" fmla="*/ 1009256 w 1009364"/>
                <a:gd name="connsiteY8" fmla="*/ 1577524 h 1616701"/>
                <a:gd name="connsiteX9" fmla="*/ 865238 w 1009364"/>
                <a:gd name="connsiteY9" fmla="*/ 698176 h 1616701"/>
                <a:gd name="connsiteX10" fmla="*/ 743794 w 1009364"/>
                <a:gd name="connsiteY10" fmla="*/ -6 h 161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9364" h="1616701">
                  <a:moveTo>
                    <a:pt x="174961" y="83528"/>
                  </a:moveTo>
                  <a:lnTo>
                    <a:pt x="257924" y="742944"/>
                  </a:lnTo>
                  <a:lnTo>
                    <a:pt x="-109" y="1596384"/>
                  </a:lnTo>
                  <a:cubicBezTo>
                    <a:pt x="-109" y="1596384"/>
                    <a:pt x="47516" y="1622673"/>
                    <a:pt x="145910" y="1615434"/>
                  </a:cubicBezTo>
                  <a:lnTo>
                    <a:pt x="496144" y="771519"/>
                  </a:lnTo>
                  <a:lnTo>
                    <a:pt x="501097" y="235166"/>
                  </a:lnTo>
                  <a:lnTo>
                    <a:pt x="614920" y="697891"/>
                  </a:lnTo>
                  <a:lnTo>
                    <a:pt x="832948" y="1600194"/>
                  </a:lnTo>
                  <a:cubicBezTo>
                    <a:pt x="832948" y="1600194"/>
                    <a:pt x="943914" y="1624578"/>
                    <a:pt x="1009256" y="1577524"/>
                  </a:cubicBezTo>
                  <a:lnTo>
                    <a:pt x="865238" y="698176"/>
                  </a:lnTo>
                  <a:lnTo>
                    <a:pt x="743794" y="-6"/>
                  </a:lnTo>
                  <a:close/>
                </a:path>
              </a:pathLst>
            </a:custGeom>
            <a:solidFill>
              <a:srgbClr val="6061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2304C259-FB75-4BE5-AF52-E1F115964075}"/>
                </a:ext>
              </a:extLst>
            </p:cNvPr>
            <p:cNvSpPr/>
            <p:nvPr/>
          </p:nvSpPr>
          <p:spPr>
            <a:xfrm>
              <a:off x="6750627" y="254651"/>
              <a:ext cx="1009364" cy="1616701"/>
            </a:xfrm>
            <a:custGeom>
              <a:avLst/>
              <a:gdLst>
                <a:gd name="connsiteX0" fmla="*/ 174961 w 1009364"/>
                <a:gd name="connsiteY0" fmla="*/ 83528 h 1616701"/>
                <a:gd name="connsiteX1" fmla="*/ 257924 w 1009364"/>
                <a:gd name="connsiteY1" fmla="*/ 742944 h 1616701"/>
                <a:gd name="connsiteX2" fmla="*/ -109 w 1009364"/>
                <a:gd name="connsiteY2" fmla="*/ 1596384 h 1616701"/>
                <a:gd name="connsiteX3" fmla="*/ 145910 w 1009364"/>
                <a:gd name="connsiteY3" fmla="*/ 1615434 h 1616701"/>
                <a:gd name="connsiteX4" fmla="*/ 496144 w 1009364"/>
                <a:gd name="connsiteY4" fmla="*/ 771519 h 1616701"/>
                <a:gd name="connsiteX5" fmla="*/ 501097 w 1009364"/>
                <a:gd name="connsiteY5" fmla="*/ 235166 h 1616701"/>
                <a:gd name="connsiteX6" fmla="*/ 614920 w 1009364"/>
                <a:gd name="connsiteY6" fmla="*/ 697891 h 1616701"/>
                <a:gd name="connsiteX7" fmla="*/ 832948 w 1009364"/>
                <a:gd name="connsiteY7" fmla="*/ 1600194 h 1616701"/>
                <a:gd name="connsiteX8" fmla="*/ 1009256 w 1009364"/>
                <a:gd name="connsiteY8" fmla="*/ 1577524 h 1616701"/>
                <a:gd name="connsiteX9" fmla="*/ 865238 w 1009364"/>
                <a:gd name="connsiteY9" fmla="*/ 698176 h 1616701"/>
                <a:gd name="connsiteX10" fmla="*/ 743794 w 1009364"/>
                <a:gd name="connsiteY10" fmla="*/ -6 h 161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9364" h="1616701">
                  <a:moveTo>
                    <a:pt x="174961" y="83528"/>
                  </a:moveTo>
                  <a:lnTo>
                    <a:pt x="257924" y="742944"/>
                  </a:lnTo>
                  <a:lnTo>
                    <a:pt x="-109" y="1596384"/>
                  </a:lnTo>
                  <a:cubicBezTo>
                    <a:pt x="-109" y="1596384"/>
                    <a:pt x="47516" y="1622673"/>
                    <a:pt x="145910" y="1615434"/>
                  </a:cubicBezTo>
                  <a:lnTo>
                    <a:pt x="496144" y="771519"/>
                  </a:lnTo>
                  <a:lnTo>
                    <a:pt x="501097" y="235166"/>
                  </a:lnTo>
                  <a:lnTo>
                    <a:pt x="614920" y="697891"/>
                  </a:lnTo>
                  <a:lnTo>
                    <a:pt x="832948" y="1600194"/>
                  </a:lnTo>
                  <a:cubicBezTo>
                    <a:pt x="832948" y="1600194"/>
                    <a:pt x="943914" y="1624578"/>
                    <a:pt x="1009256" y="1577524"/>
                  </a:cubicBezTo>
                  <a:lnTo>
                    <a:pt x="865238" y="698176"/>
                  </a:lnTo>
                  <a:lnTo>
                    <a:pt x="743794" y="-6"/>
                  </a:ln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B4425216-0B07-4796-A75A-22A21404CDA3}"/>
                </a:ext>
              </a:extLst>
            </p:cNvPr>
            <p:cNvSpPr/>
            <p:nvPr/>
          </p:nvSpPr>
          <p:spPr>
            <a:xfrm>
              <a:off x="6895619" y="1877295"/>
              <a:ext cx="32974" cy="32339"/>
            </a:xfrm>
            <a:custGeom>
              <a:avLst/>
              <a:gdLst>
                <a:gd name="connsiteX0" fmla="*/ 2918 w 32974"/>
                <a:gd name="connsiteY0" fmla="*/ 32319 h 32339"/>
                <a:gd name="connsiteX1" fmla="*/ 155 w 32974"/>
                <a:gd name="connsiteY1" fmla="*/ 30509 h 32339"/>
                <a:gd name="connsiteX2" fmla="*/ 1679 w 32974"/>
                <a:gd name="connsiteY2" fmla="*/ 26413 h 32339"/>
                <a:gd name="connsiteX3" fmla="*/ 26349 w 32974"/>
                <a:gd name="connsiteY3" fmla="*/ 4220 h 32339"/>
                <a:gd name="connsiteX4" fmla="*/ 28159 w 32974"/>
                <a:gd name="connsiteY4" fmla="*/ 219 h 32339"/>
                <a:gd name="connsiteX5" fmla="*/ 32064 w 32974"/>
                <a:gd name="connsiteY5" fmla="*/ 1743 h 32339"/>
                <a:gd name="connsiteX6" fmla="*/ 32064 w 32974"/>
                <a:gd name="connsiteY6" fmla="*/ 9934 h 32339"/>
                <a:gd name="connsiteX7" fmla="*/ 4537 w 32974"/>
                <a:gd name="connsiteY7" fmla="*/ 32033 h 32339"/>
                <a:gd name="connsiteX8" fmla="*/ 2918 w 32974"/>
                <a:gd name="connsiteY8" fmla="*/ 32319 h 32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974" h="32339">
                  <a:moveTo>
                    <a:pt x="2918" y="32319"/>
                  </a:moveTo>
                  <a:cubicBezTo>
                    <a:pt x="1729" y="32287"/>
                    <a:pt x="659" y="31586"/>
                    <a:pt x="155" y="30509"/>
                  </a:cubicBezTo>
                  <a:cubicBezTo>
                    <a:pt x="-524" y="28956"/>
                    <a:pt x="150" y="27144"/>
                    <a:pt x="1679" y="26413"/>
                  </a:cubicBezTo>
                  <a:cubicBezTo>
                    <a:pt x="29397" y="13935"/>
                    <a:pt x="26444" y="4315"/>
                    <a:pt x="26349" y="4220"/>
                  </a:cubicBezTo>
                  <a:cubicBezTo>
                    <a:pt x="25865" y="2621"/>
                    <a:pt x="26639" y="911"/>
                    <a:pt x="28159" y="219"/>
                  </a:cubicBezTo>
                  <a:cubicBezTo>
                    <a:pt x="29659" y="-391"/>
                    <a:pt x="31374" y="278"/>
                    <a:pt x="32064" y="1743"/>
                  </a:cubicBezTo>
                  <a:cubicBezTo>
                    <a:pt x="33134" y="4369"/>
                    <a:pt x="33134" y="7309"/>
                    <a:pt x="32064" y="9934"/>
                  </a:cubicBezTo>
                  <a:cubicBezTo>
                    <a:pt x="29111" y="17745"/>
                    <a:pt x="19872" y="25175"/>
                    <a:pt x="4537" y="32033"/>
                  </a:cubicBezTo>
                  <a:cubicBezTo>
                    <a:pt x="4034" y="32275"/>
                    <a:pt x="3473" y="32373"/>
                    <a:pt x="2918" y="3231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292F2EEE-7F93-42A0-8958-BB7B96076398}"/>
                </a:ext>
              </a:extLst>
            </p:cNvPr>
            <p:cNvSpPr/>
            <p:nvPr/>
          </p:nvSpPr>
          <p:spPr>
            <a:xfrm>
              <a:off x="6916153" y="-1164847"/>
              <a:ext cx="296923" cy="448711"/>
            </a:xfrm>
            <a:custGeom>
              <a:avLst/>
              <a:gdLst>
                <a:gd name="connsiteX0" fmla="*/ 290041 w 296923"/>
                <a:gd name="connsiteY0" fmla="*/ 99804 h 448711"/>
                <a:gd name="connsiteX1" fmla="*/ 290041 w 296923"/>
                <a:gd name="connsiteY1" fmla="*/ 350121 h 448711"/>
                <a:gd name="connsiteX2" fmla="*/ 183932 w 296923"/>
                <a:gd name="connsiteY2" fmla="*/ 448705 h 448711"/>
                <a:gd name="connsiteX3" fmla="*/ 39819 w 296923"/>
                <a:gd name="connsiteY3" fmla="*/ 342501 h 448711"/>
                <a:gd name="connsiteX4" fmla="*/ 1719 w 296923"/>
                <a:gd name="connsiteY4" fmla="*/ 84564 h 448711"/>
                <a:gd name="connsiteX5" fmla="*/ 176217 w 296923"/>
                <a:gd name="connsiteY5" fmla="*/ 1125 h 448711"/>
                <a:gd name="connsiteX6" fmla="*/ 290041 w 296923"/>
                <a:gd name="connsiteY6" fmla="*/ 99804 h 44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6923" h="448711">
                  <a:moveTo>
                    <a:pt x="290041" y="99804"/>
                  </a:moveTo>
                  <a:cubicBezTo>
                    <a:pt x="290041" y="99804"/>
                    <a:pt x="305281" y="296972"/>
                    <a:pt x="290041" y="350121"/>
                  </a:cubicBezTo>
                  <a:cubicBezTo>
                    <a:pt x="274801" y="403271"/>
                    <a:pt x="229367" y="448705"/>
                    <a:pt x="183932" y="448705"/>
                  </a:cubicBezTo>
                  <a:cubicBezTo>
                    <a:pt x="138498" y="448705"/>
                    <a:pt x="69632" y="410605"/>
                    <a:pt x="39819" y="342501"/>
                  </a:cubicBezTo>
                  <a:cubicBezTo>
                    <a:pt x="10006" y="274398"/>
                    <a:pt x="-5710" y="107329"/>
                    <a:pt x="1719" y="84564"/>
                  </a:cubicBezTo>
                  <a:cubicBezTo>
                    <a:pt x="9149" y="61800"/>
                    <a:pt x="55154" y="-9828"/>
                    <a:pt x="176217" y="1125"/>
                  </a:cubicBezTo>
                  <a:cubicBezTo>
                    <a:pt x="260228" y="8745"/>
                    <a:pt x="290041" y="69420"/>
                    <a:pt x="290041" y="99804"/>
                  </a:cubicBezTo>
                  <a:close/>
                </a:path>
              </a:pathLst>
            </a:custGeom>
            <a:solidFill>
              <a:srgbClr val="C480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40D619CE-B365-45F4-B64F-CB016168F9D2}"/>
                </a:ext>
              </a:extLst>
            </p:cNvPr>
            <p:cNvSpPr/>
            <p:nvPr/>
          </p:nvSpPr>
          <p:spPr>
            <a:xfrm>
              <a:off x="6848816" y="-1218443"/>
              <a:ext cx="354554" cy="410951"/>
            </a:xfrm>
            <a:custGeom>
              <a:avLst/>
              <a:gdLst>
                <a:gd name="connsiteX0" fmla="*/ 78390 w 354554"/>
                <a:gd name="connsiteY0" fmla="*/ 250555 h 410951"/>
                <a:gd name="connsiteX1" fmla="*/ 121729 w 354554"/>
                <a:gd name="connsiteY1" fmla="*/ 255032 h 410951"/>
                <a:gd name="connsiteX2" fmla="*/ 134112 w 354554"/>
                <a:gd name="connsiteY2" fmla="*/ 207407 h 410951"/>
                <a:gd name="connsiteX3" fmla="*/ 125158 w 354554"/>
                <a:gd name="connsiteY3" fmla="*/ 157114 h 410951"/>
                <a:gd name="connsiteX4" fmla="*/ 127825 w 354554"/>
                <a:gd name="connsiteY4" fmla="*/ 146065 h 410951"/>
                <a:gd name="connsiteX5" fmla="*/ 138779 w 354554"/>
                <a:gd name="connsiteY5" fmla="*/ 143017 h 410951"/>
                <a:gd name="connsiteX6" fmla="*/ 204597 w 354554"/>
                <a:gd name="connsiteY6" fmla="*/ 136350 h 410951"/>
                <a:gd name="connsiteX7" fmla="*/ 229838 w 354554"/>
                <a:gd name="connsiteY7" fmla="*/ 105108 h 410951"/>
                <a:gd name="connsiteX8" fmla="*/ 261556 w 354554"/>
                <a:gd name="connsiteY8" fmla="*/ 113585 h 410951"/>
                <a:gd name="connsiteX9" fmla="*/ 338804 w 354554"/>
                <a:gd name="connsiteY9" fmla="*/ 121015 h 410951"/>
                <a:gd name="connsiteX10" fmla="*/ 354401 w 354554"/>
                <a:gd name="connsiteY10" fmla="*/ 102981 h 410951"/>
                <a:gd name="connsiteX11" fmla="*/ 353853 w 354554"/>
                <a:gd name="connsiteY11" fmla="*/ 99774 h 410951"/>
                <a:gd name="connsiteX12" fmla="*/ 312324 w 354554"/>
                <a:gd name="connsiteY12" fmla="*/ 31861 h 410951"/>
                <a:gd name="connsiteX13" fmla="*/ 248888 w 354554"/>
                <a:gd name="connsiteY13" fmla="*/ 10239 h 410951"/>
                <a:gd name="connsiteX14" fmla="*/ 170973 w 354554"/>
                <a:gd name="connsiteY14" fmla="*/ 714 h 410951"/>
                <a:gd name="connsiteX15" fmla="*/ 129825 w 354554"/>
                <a:gd name="connsiteY15" fmla="*/ 5857 h 410951"/>
                <a:gd name="connsiteX16" fmla="*/ 97440 w 354554"/>
                <a:gd name="connsiteY16" fmla="*/ 34432 h 410951"/>
                <a:gd name="connsiteX17" fmla="*/ 52292 w 354554"/>
                <a:gd name="connsiteY17" fmla="*/ 74914 h 410951"/>
                <a:gd name="connsiteX18" fmla="*/ 16097 w 354554"/>
                <a:gd name="connsiteY18" fmla="*/ 121586 h 410951"/>
                <a:gd name="connsiteX19" fmla="*/ 1047 w 354554"/>
                <a:gd name="connsiteY19" fmla="*/ 209693 h 410951"/>
                <a:gd name="connsiteX20" fmla="*/ 14382 w 354554"/>
                <a:gd name="connsiteY20" fmla="*/ 298561 h 410951"/>
                <a:gd name="connsiteX21" fmla="*/ 48768 w 354554"/>
                <a:gd name="connsiteY21" fmla="*/ 379047 h 410951"/>
                <a:gd name="connsiteX22" fmla="*/ 92106 w 354554"/>
                <a:gd name="connsiteY22" fmla="*/ 406669 h 410951"/>
                <a:gd name="connsiteX23" fmla="*/ 110680 w 354554"/>
                <a:gd name="connsiteY23" fmla="*/ 410479 h 410951"/>
                <a:gd name="connsiteX24" fmla="*/ 113252 w 354554"/>
                <a:gd name="connsiteY24" fmla="*/ 395621 h 41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4554" h="410951">
                  <a:moveTo>
                    <a:pt x="78390" y="250555"/>
                  </a:moveTo>
                  <a:cubicBezTo>
                    <a:pt x="85344" y="266080"/>
                    <a:pt x="109442" y="266843"/>
                    <a:pt x="121729" y="255032"/>
                  </a:cubicBezTo>
                  <a:cubicBezTo>
                    <a:pt x="132944" y="241897"/>
                    <a:pt x="137509" y="224341"/>
                    <a:pt x="134112" y="207407"/>
                  </a:cubicBezTo>
                  <a:cubicBezTo>
                    <a:pt x="131921" y="190452"/>
                    <a:pt x="126206" y="174164"/>
                    <a:pt x="125158" y="157114"/>
                  </a:cubicBezTo>
                  <a:cubicBezTo>
                    <a:pt x="124481" y="153221"/>
                    <a:pt x="125446" y="149221"/>
                    <a:pt x="127825" y="146065"/>
                  </a:cubicBezTo>
                  <a:cubicBezTo>
                    <a:pt x="130875" y="143535"/>
                    <a:pt x="134860" y="142426"/>
                    <a:pt x="138779" y="143017"/>
                  </a:cubicBezTo>
                  <a:cubicBezTo>
                    <a:pt x="161639" y="143589"/>
                    <a:pt x="188595" y="152543"/>
                    <a:pt x="204597" y="136350"/>
                  </a:cubicBezTo>
                  <a:cubicBezTo>
                    <a:pt x="214122" y="126825"/>
                    <a:pt x="216979" y="109775"/>
                    <a:pt x="229838" y="105108"/>
                  </a:cubicBezTo>
                  <a:cubicBezTo>
                    <a:pt x="240411" y="101298"/>
                    <a:pt x="251555" y="108347"/>
                    <a:pt x="261556" y="113585"/>
                  </a:cubicBezTo>
                  <a:cubicBezTo>
                    <a:pt x="285405" y="125858"/>
                    <a:pt x="313053" y="128517"/>
                    <a:pt x="338804" y="121015"/>
                  </a:cubicBezTo>
                  <a:cubicBezTo>
                    <a:pt x="348090" y="120342"/>
                    <a:pt x="355073" y="112268"/>
                    <a:pt x="354401" y="102981"/>
                  </a:cubicBezTo>
                  <a:cubicBezTo>
                    <a:pt x="354322" y="101897"/>
                    <a:pt x="354139" y="100823"/>
                    <a:pt x="353853" y="99774"/>
                  </a:cubicBezTo>
                  <a:cubicBezTo>
                    <a:pt x="350501" y="72189"/>
                    <a:pt x="335351" y="47414"/>
                    <a:pt x="312324" y="31861"/>
                  </a:cubicBezTo>
                  <a:cubicBezTo>
                    <a:pt x="292872" y="20409"/>
                    <a:pt x="271285" y="13051"/>
                    <a:pt x="248888" y="10239"/>
                  </a:cubicBezTo>
                  <a:cubicBezTo>
                    <a:pt x="223134" y="5488"/>
                    <a:pt x="197114" y="2307"/>
                    <a:pt x="170973" y="714"/>
                  </a:cubicBezTo>
                  <a:cubicBezTo>
                    <a:pt x="157043" y="-1151"/>
                    <a:pt x="142868" y="621"/>
                    <a:pt x="129825" y="5857"/>
                  </a:cubicBezTo>
                  <a:cubicBezTo>
                    <a:pt x="116871" y="12334"/>
                    <a:pt x="108013" y="24907"/>
                    <a:pt x="97440" y="34432"/>
                  </a:cubicBezTo>
                  <a:cubicBezTo>
                    <a:pt x="82677" y="48339"/>
                    <a:pt x="63627" y="58055"/>
                    <a:pt x="52292" y="74914"/>
                  </a:cubicBezTo>
                  <a:cubicBezTo>
                    <a:pt x="42767" y="88534"/>
                    <a:pt x="23050" y="88153"/>
                    <a:pt x="16097" y="121586"/>
                  </a:cubicBezTo>
                  <a:cubicBezTo>
                    <a:pt x="10001" y="150828"/>
                    <a:pt x="6000" y="180355"/>
                    <a:pt x="1047" y="209693"/>
                  </a:cubicBezTo>
                  <a:cubicBezTo>
                    <a:pt x="-3906" y="239030"/>
                    <a:pt x="8286" y="269414"/>
                    <a:pt x="14382" y="298561"/>
                  </a:cubicBezTo>
                  <a:cubicBezTo>
                    <a:pt x="27051" y="358568"/>
                    <a:pt x="27051" y="358568"/>
                    <a:pt x="48768" y="379047"/>
                  </a:cubicBezTo>
                  <a:cubicBezTo>
                    <a:pt x="61836" y="390257"/>
                    <a:pt x="76427" y="399557"/>
                    <a:pt x="92106" y="406669"/>
                  </a:cubicBezTo>
                  <a:cubicBezTo>
                    <a:pt x="97534" y="410383"/>
                    <a:pt x="104228" y="411756"/>
                    <a:pt x="110680" y="410479"/>
                  </a:cubicBezTo>
                  <a:cubicBezTo>
                    <a:pt x="116871" y="408384"/>
                    <a:pt x="119253" y="398002"/>
                    <a:pt x="113252" y="395621"/>
                  </a:cubicBezTo>
                </a:path>
              </a:pathLst>
            </a:custGeom>
            <a:solidFill>
              <a:srgbClr val="2A2D6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9E0E4BE7-2E0F-41AC-BD14-57641640D8CF}"/>
                </a:ext>
              </a:extLst>
            </p:cNvPr>
            <p:cNvSpPr/>
            <p:nvPr/>
          </p:nvSpPr>
          <p:spPr>
            <a:xfrm>
              <a:off x="6903155" y="-970622"/>
              <a:ext cx="56926" cy="115706"/>
            </a:xfrm>
            <a:custGeom>
              <a:avLst/>
              <a:gdLst>
                <a:gd name="connsiteX0" fmla="*/ 49484 w 56926"/>
                <a:gd name="connsiteY0" fmla="*/ 33404 h 115706"/>
                <a:gd name="connsiteX1" fmla="*/ 11384 w 56926"/>
                <a:gd name="connsiteY1" fmla="*/ 3115 h 115706"/>
                <a:gd name="connsiteX2" fmla="*/ 34148 w 56926"/>
                <a:gd name="connsiteY2" fmla="*/ 109318 h 115706"/>
                <a:gd name="connsiteX3" fmla="*/ 56818 w 56926"/>
                <a:gd name="connsiteY3" fmla="*/ 115700 h 115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926" h="115706">
                  <a:moveTo>
                    <a:pt x="49484" y="33404"/>
                  </a:moveTo>
                  <a:cubicBezTo>
                    <a:pt x="49484" y="33404"/>
                    <a:pt x="41864" y="-12125"/>
                    <a:pt x="11384" y="3115"/>
                  </a:cubicBezTo>
                  <a:cubicBezTo>
                    <a:pt x="-19096" y="18355"/>
                    <a:pt x="19004" y="101698"/>
                    <a:pt x="34148" y="109318"/>
                  </a:cubicBezTo>
                  <a:cubicBezTo>
                    <a:pt x="40973" y="113493"/>
                    <a:pt x="48818" y="115701"/>
                    <a:pt x="56818" y="115700"/>
                  </a:cubicBezTo>
                </a:path>
              </a:pathLst>
            </a:custGeom>
            <a:solidFill>
              <a:srgbClr val="C480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A243D19C-623A-4663-8C07-4D05CD7815CB}"/>
                </a:ext>
              </a:extLst>
            </p:cNvPr>
            <p:cNvSpPr/>
            <p:nvPr/>
          </p:nvSpPr>
          <p:spPr>
            <a:xfrm>
              <a:off x="7489290" y="-809079"/>
              <a:ext cx="345832" cy="508742"/>
            </a:xfrm>
            <a:custGeom>
              <a:avLst/>
              <a:gdLst>
                <a:gd name="connsiteX0" fmla="*/ 196392 w 345832"/>
                <a:gd name="connsiteY0" fmla="*/ 499654 h 508742"/>
                <a:gd name="connsiteX1" fmla="*/ -109 w 345832"/>
                <a:gd name="connsiteY1" fmla="*/ 59790 h 508742"/>
                <a:gd name="connsiteX2" fmla="*/ 132289 w 345832"/>
                <a:gd name="connsiteY2" fmla="*/ 4640 h 508742"/>
                <a:gd name="connsiteX3" fmla="*/ 343363 w 345832"/>
                <a:gd name="connsiteY3" fmla="*/ 422026 h 508742"/>
                <a:gd name="connsiteX4" fmla="*/ 196392 w 345832"/>
                <a:gd name="connsiteY4" fmla="*/ 499654 h 50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5832" h="508742">
                  <a:moveTo>
                    <a:pt x="196392" y="499654"/>
                  </a:moveTo>
                  <a:lnTo>
                    <a:pt x="-109" y="59790"/>
                  </a:lnTo>
                  <a:cubicBezTo>
                    <a:pt x="-109" y="59790"/>
                    <a:pt x="33229" y="-19744"/>
                    <a:pt x="132289" y="4640"/>
                  </a:cubicBezTo>
                  <a:cubicBezTo>
                    <a:pt x="132289" y="4640"/>
                    <a:pt x="288975" y="226001"/>
                    <a:pt x="343363" y="422026"/>
                  </a:cubicBezTo>
                  <a:cubicBezTo>
                    <a:pt x="366889" y="506608"/>
                    <a:pt x="207060" y="521657"/>
                    <a:pt x="196392" y="499654"/>
                  </a:cubicBezTo>
                  <a:close/>
                </a:path>
              </a:pathLst>
            </a:custGeom>
            <a:solidFill>
              <a:srgbClr val="2399F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2847ED19-3E2F-4B64-931C-245F614AADA6}"/>
                </a:ext>
              </a:extLst>
            </p:cNvPr>
            <p:cNvSpPr/>
            <p:nvPr/>
          </p:nvSpPr>
          <p:spPr>
            <a:xfrm>
              <a:off x="6732815" y="-1656063"/>
              <a:ext cx="955929" cy="955929"/>
            </a:xfrm>
            <a:custGeom>
              <a:avLst/>
              <a:gdLst>
                <a:gd name="connsiteX0" fmla="*/ 955929 w 955929"/>
                <a:gd name="connsiteY0" fmla="*/ 477965 h 955929"/>
                <a:gd name="connsiteX1" fmla="*/ 477965 w 955929"/>
                <a:gd name="connsiteY1" fmla="*/ 955929 h 955929"/>
                <a:gd name="connsiteX2" fmla="*/ 0 w 955929"/>
                <a:gd name="connsiteY2" fmla="*/ 477964 h 955929"/>
                <a:gd name="connsiteX3" fmla="*/ 477965 w 955929"/>
                <a:gd name="connsiteY3" fmla="*/ 0 h 955929"/>
                <a:gd name="connsiteX4" fmla="*/ 955929 w 955929"/>
                <a:gd name="connsiteY4" fmla="*/ 477965 h 955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9" h="955929">
                  <a:moveTo>
                    <a:pt x="955929" y="477965"/>
                  </a:moveTo>
                  <a:cubicBezTo>
                    <a:pt x="955929" y="741937"/>
                    <a:pt x="741937" y="955929"/>
                    <a:pt x="477965" y="955929"/>
                  </a:cubicBezTo>
                  <a:cubicBezTo>
                    <a:pt x="213992" y="955929"/>
                    <a:pt x="0" y="741937"/>
                    <a:pt x="0" y="477964"/>
                  </a:cubicBezTo>
                  <a:cubicBezTo>
                    <a:pt x="0" y="213992"/>
                    <a:pt x="213992" y="0"/>
                    <a:pt x="477965" y="0"/>
                  </a:cubicBezTo>
                  <a:cubicBezTo>
                    <a:pt x="741937" y="0"/>
                    <a:pt x="955929" y="213992"/>
                    <a:pt x="955929" y="477965"/>
                  </a:cubicBezTo>
                  <a:close/>
                </a:path>
              </a:pathLst>
            </a:custGeom>
            <a:solidFill>
              <a:srgbClr val="2399F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46D02415-F91F-4F45-A57B-471CD2419B64}"/>
                </a:ext>
              </a:extLst>
            </p:cNvPr>
            <p:cNvSpPr/>
            <p:nvPr/>
          </p:nvSpPr>
          <p:spPr>
            <a:xfrm>
              <a:off x="6857489" y="-1652253"/>
              <a:ext cx="831301" cy="947546"/>
            </a:xfrm>
            <a:custGeom>
              <a:avLst/>
              <a:gdLst>
                <a:gd name="connsiteX0" fmla="*/ 826860 w 831301"/>
                <a:gd name="connsiteY0" fmla="*/ 537966 h 947546"/>
                <a:gd name="connsiteX1" fmla="*/ 417856 w 831301"/>
                <a:gd name="connsiteY1" fmla="*/ 947541 h 947546"/>
                <a:gd name="connsiteX2" fmla="*/ 414046 w 831301"/>
                <a:gd name="connsiteY2" fmla="*/ 947541 h 947546"/>
                <a:gd name="connsiteX3" fmla="*/ 4258 w 831301"/>
                <a:gd name="connsiteY3" fmla="*/ 409640 h 947546"/>
                <a:gd name="connsiteX4" fmla="*/ 412998 w 831301"/>
                <a:gd name="connsiteY4" fmla="*/ -6 h 947546"/>
                <a:gd name="connsiteX5" fmla="*/ 416904 w 831301"/>
                <a:gd name="connsiteY5" fmla="*/ 470 h 947546"/>
                <a:gd name="connsiteX6" fmla="*/ 826869 w 831301"/>
                <a:gd name="connsiteY6" fmla="*/ 537898 h 947546"/>
                <a:gd name="connsiteX7" fmla="*/ 826860 w 831301"/>
                <a:gd name="connsiteY7" fmla="*/ 537966 h 947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301" h="947546">
                  <a:moveTo>
                    <a:pt x="826860" y="537966"/>
                  </a:moveTo>
                  <a:cubicBezTo>
                    <a:pt x="798028" y="750876"/>
                    <a:pt x="630726" y="918412"/>
                    <a:pt x="417856" y="947541"/>
                  </a:cubicBezTo>
                  <a:lnTo>
                    <a:pt x="414046" y="947541"/>
                  </a:lnTo>
                  <a:cubicBezTo>
                    <a:pt x="152349" y="912164"/>
                    <a:pt x="-31120" y="671337"/>
                    <a:pt x="4258" y="409640"/>
                  </a:cubicBezTo>
                  <a:cubicBezTo>
                    <a:pt x="33032" y="196785"/>
                    <a:pt x="200209" y="29239"/>
                    <a:pt x="412998" y="-6"/>
                  </a:cubicBezTo>
                  <a:lnTo>
                    <a:pt x="416904" y="470"/>
                  </a:lnTo>
                  <a:cubicBezTo>
                    <a:pt x="678519" y="35668"/>
                    <a:pt x="862067" y="276283"/>
                    <a:pt x="826869" y="537898"/>
                  </a:cubicBezTo>
                  <a:cubicBezTo>
                    <a:pt x="826866" y="537921"/>
                    <a:pt x="826863" y="537943"/>
                    <a:pt x="826860" y="53796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247860F5-2006-437F-81FB-8AD8D5F7E348}"/>
                </a:ext>
              </a:extLst>
            </p:cNvPr>
            <p:cNvSpPr/>
            <p:nvPr/>
          </p:nvSpPr>
          <p:spPr>
            <a:xfrm>
              <a:off x="6984180" y="-1042177"/>
              <a:ext cx="482631" cy="189645"/>
            </a:xfrm>
            <a:custGeom>
              <a:avLst/>
              <a:gdLst>
                <a:gd name="connsiteX0" fmla="*/ -109 w 482631"/>
                <a:gd name="connsiteY0" fmla="*/ 2185 h 189645"/>
                <a:gd name="connsiteX1" fmla="*/ 482523 w 482631"/>
                <a:gd name="connsiteY1" fmla="*/ -6 h 189645"/>
                <a:gd name="connsiteX2" fmla="*/ 247541 w 482631"/>
                <a:gd name="connsiteY2" fmla="*/ 189637 h 189645"/>
                <a:gd name="connsiteX3" fmla="*/ -109 w 482631"/>
                <a:gd name="connsiteY3" fmla="*/ 2185 h 189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631" h="189645">
                  <a:moveTo>
                    <a:pt x="-109" y="2185"/>
                  </a:moveTo>
                  <a:lnTo>
                    <a:pt x="482523" y="-6"/>
                  </a:lnTo>
                  <a:cubicBezTo>
                    <a:pt x="482523" y="-6"/>
                    <a:pt x="452424" y="190494"/>
                    <a:pt x="247541" y="189637"/>
                  </a:cubicBezTo>
                  <a:cubicBezTo>
                    <a:pt x="4939" y="188684"/>
                    <a:pt x="-109" y="2185"/>
                    <a:pt x="-109" y="2185"/>
                  </a:cubicBezTo>
                  <a:close/>
                </a:path>
              </a:pathLst>
            </a:custGeom>
            <a:solidFill>
              <a:srgbClr val="2399F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345E8E5A-0209-4AE8-885B-3D39D5E39B76}"/>
                </a:ext>
              </a:extLst>
            </p:cNvPr>
            <p:cNvSpPr/>
            <p:nvPr/>
          </p:nvSpPr>
          <p:spPr>
            <a:xfrm>
              <a:off x="6984180" y="-1042177"/>
              <a:ext cx="482631" cy="189645"/>
            </a:xfrm>
            <a:custGeom>
              <a:avLst/>
              <a:gdLst>
                <a:gd name="connsiteX0" fmla="*/ -109 w 482631"/>
                <a:gd name="connsiteY0" fmla="*/ 2185 h 189645"/>
                <a:gd name="connsiteX1" fmla="*/ 482523 w 482631"/>
                <a:gd name="connsiteY1" fmla="*/ -6 h 189645"/>
                <a:gd name="connsiteX2" fmla="*/ 247541 w 482631"/>
                <a:gd name="connsiteY2" fmla="*/ 189637 h 189645"/>
                <a:gd name="connsiteX3" fmla="*/ -109 w 482631"/>
                <a:gd name="connsiteY3" fmla="*/ 2185 h 189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631" h="189645">
                  <a:moveTo>
                    <a:pt x="-109" y="2185"/>
                  </a:moveTo>
                  <a:lnTo>
                    <a:pt x="482523" y="-6"/>
                  </a:lnTo>
                  <a:cubicBezTo>
                    <a:pt x="482523" y="-6"/>
                    <a:pt x="452424" y="190494"/>
                    <a:pt x="247541" y="189637"/>
                  </a:cubicBezTo>
                  <a:cubicBezTo>
                    <a:pt x="4939" y="188684"/>
                    <a:pt x="-109" y="2185"/>
                    <a:pt x="-109" y="2185"/>
                  </a:cubicBez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DFC6ECB6-0644-44C4-AB43-4B633215D9F5}"/>
                </a:ext>
              </a:extLst>
            </p:cNvPr>
            <p:cNvSpPr/>
            <p:nvPr/>
          </p:nvSpPr>
          <p:spPr>
            <a:xfrm>
              <a:off x="6948227" y="-1361652"/>
              <a:ext cx="188354" cy="90779"/>
            </a:xfrm>
            <a:custGeom>
              <a:avLst/>
              <a:gdLst>
                <a:gd name="connsiteX0" fmla="*/ 30 w 188354"/>
                <a:gd name="connsiteY0" fmla="*/ 90774 h 90779"/>
                <a:gd name="connsiteX1" fmla="*/ 21842 w 188354"/>
                <a:gd name="connsiteY1" fmla="*/ 26385 h 90779"/>
                <a:gd name="connsiteX2" fmla="*/ 94042 w 188354"/>
                <a:gd name="connsiteY2" fmla="*/ 1 h 90779"/>
                <a:gd name="connsiteX3" fmla="*/ 167860 w 188354"/>
                <a:gd name="connsiteY3" fmla="*/ 27814 h 90779"/>
                <a:gd name="connsiteX4" fmla="*/ 188149 w 188354"/>
                <a:gd name="connsiteY4" fmla="*/ 86869 h 90779"/>
                <a:gd name="connsiteX5" fmla="*/ 163669 w 188354"/>
                <a:gd name="connsiteY5" fmla="*/ 84773 h 90779"/>
                <a:gd name="connsiteX6" fmla="*/ 149572 w 188354"/>
                <a:gd name="connsiteY6" fmla="*/ 44673 h 90779"/>
                <a:gd name="connsiteX7" fmla="*/ 93851 w 188354"/>
                <a:gd name="connsiteY7" fmla="*/ 25051 h 90779"/>
                <a:gd name="connsiteX8" fmla="*/ 39844 w 188354"/>
                <a:gd name="connsiteY8" fmla="*/ 43530 h 90779"/>
                <a:gd name="connsiteX9" fmla="*/ 24509 w 188354"/>
                <a:gd name="connsiteY9" fmla="*/ 89155 h 90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354" h="90779">
                  <a:moveTo>
                    <a:pt x="30" y="90774"/>
                  </a:moveTo>
                  <a:cubicBezTo>
                    <a:pt x="-1265" y="67303"/>
                    <a:pt x="6549" y="44237"/>
                    <a:pt x="21842" y="26385"/>
                  </a:cubicBezTo>
                  <a:cubicBezTo>
                    <a:pt x="38416" y="8573"/>
                    <a:pt x="62895" y="-285"/>
                    <a:pt x="94042" y="1"/>
                  </a:cubicBezTo>
                  <a:cubicBezTo>
                    <a:pt x="125188" y="286"/>
                    <a:pt x="151192" y="9526"/>
                    <a:pt x="167860" y="27814"/>
                  </a:cubicBezTo>
                  <a:cubicBezTo>
                    <a:pt x="181925" y="44181"/>
                    <a:pt x="189185" y="65314"/>
                    <a:pt x="188149" y="86869"/>
                  </a:cubicBezTo>
                  <a:lnTo>
                    <a:pt x="163669" y="84773"/>
                  </a:lnTo>
                  <a:cubicBezTo>
                    <a:pt x="164029" y="70133"/>
                    <a:pt x="159014" y="55867"/>
                    <a:pt x="149572" y="44673"/>
                  </a:cubicBezTo>
                  <a:cubicBezTo>
                    <a:pt x="137761" y="31909"/>
                    <a:pt x="119092" y="25623"/>
                    <a:pt x="93851" y="25051"/>
                  </a:cubicBezTo>
                  <a:cubicBezTo>
                    <a:pt x="68610" y="24480"/>
                    <a:pt x="51465" y="31052"/>
                    <a:pt x="39844" y="43530"/>
                  </a:cubicBezTo>
                  <a:cubicBezTo>
                    <a:pt x="29302" y="56338"/>
                    <a:pt x="23843" y="72579"/>
                    <a:pt x="24509" y="89155"/>
                  </a:cubicBezTo>
                  <a:close/>
                </a:path>
              </a:pathLst>
            </a:custGeom>
            <a:solidFill>
              <a:srgbClr val="2399F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DE1C569A-5726-440C-9C4A-4BCF982556AA}"/>
                </a:ext>
              </a:extLst>
            </p:cNvPr>
            <p:cNvSpPr/>
            <p:nvPr/>
          </p:nvSpPr>
          <p:spPr>
            <a:xfrm>
              <a:off x="6948227" y="-1361652"/>
              <a:ext cx="188354" cy="90779"/>
            </a:xfrm>
            <a:custGeom>
              <a:avLst/>
              <a:gdLst>
                <a:gd name="connsiteX0" fmla="*/ 30 w 188354"/>
                <a:gd name="connsiteY0" fmla="*/ 90774 h 90779"/>
                <a:gd name="connsiteX1" fmla="*/ 21842 w 188354"/>
                <a:gd name="connsiteY1" fmla="*/ 26385 h 90779"/>
                <a:gd name="connsiteX2" fmla="*/ 94042 w 188354"/>
                <a:gd name="connsiteY2" fmla="*/ 1 h 90779"/>
                <a:gd name="connsiteX3" fmla="*/ 167860 w 188354"/>
                <a:gd name="connsiteY3" fmla="*/ 27814 h 90779"/>
                <a:gd name="connsiteX4" fmla="*/ 188149 w 188354"/>
                <a:gd name="connsiteY4" fmla="*/ 86869 h 90779"/>
                <a:gd name="connsiteX5" fmla="*/ 163669 w 188354"/>
                <a:gd name="connsiteY5" fmla="*/ 84773 h 90779"/>
                <a:gd name="connsiteX6" fmla="*/ 149572 w 188354"/>
                <a:gd name="connsiteY6" fmla="*/ 44673 h 90779"/>
                <a:gd name="connsiteX7" fmla="*/ 93851 w 188354"/>
                <a:gd name="connsiteY7" fmla="*/ 25051 h 90779"/>
                <a:gd name="connsiteX8" fmla="*/ 39844 w 188354"/>
                <a:gd name="connsiteY8" fmla="*/ 43530 h 90779"/>
                <a:gd name="connsiteX9" fmla="*/ 24509 w 188354"/>
                <a:gd name="connsiteY9" fmla="*/ 89155 h 90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354" h="90779">
                  <a:moveTo>
                    <a:pt x="30" y="90774"/>
                  </a:moveTo>
                  <a:cubicBezTo>
                    <a:pt x="-1265" y="67303"/>
                    <a:pt x="6549" y="44237"/>
                    <a:pt x="21842" y="26385"/>
                  </a:cubicBezTo>
                  <a:cubicBezTo>
                    <a:pt x="38416" y="8573"/>
                    <a:pt x="62895" y="-285"/>
                    <a:pt x="94042" y="1"/>
                  </a:cubicBezTo>
                  <a:cubicBezTo>
                    <a:pt x="125188" y="286"/>
                    <a:pt x="151192" y="9526"/>
                    <a:pt x="167860" y="27814"/>
                  </a:cubicBezTo>
                  <a:cubicBezTo>
                    <a:pt x="181925" y="44181"/>
                    <a:pt x="189185" y="65314"/>
                    <a:pt x="188149" y="86869"/>
                  </a:cubicBezTo>
                  <a:lnTo>
                    <a:pt x="163669" y="84773"/>
                  </a:lnTo>
                  <a:cubicBezTo>
                    <a:pt x="164029" y="70133"/>
                    <a:pt x="159014" y="55867"/>
                    <a:pt x="149572" y="44673"/>
                  </a:cubicBezTo>
                  <a:cubicBezTo>
                    <a:pt x="137761" y="31909"/>
                    <a:pt x="119092" y="25623"/>
                    <a:pt x="93851" y="25051"/>
                  </a:cubicBezTo>
                  <a:cubicBezTo>
                    <a:pt x="68610" y="24480"/>
                    <a:pt x="51465" y="31052"/>
                    <a:pt x="39844" y="43530"/>
                  </a:cubicBezTo>
                  <a:cubicBezTo>
                    <a:pt x="29302" y="56338"/>
                    <a:pt x="23843" y="72579"/>
                    <a:pt x="24509" y="89155"/>
                  </a:cubicBez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BA5D4CCC-C45C-44F1-BEAA-16BEF86F4151}"/>
                </a:ext>
              </a:extLst>
            </p:cNvPr>
            <p:cNvSpPr/>
            <p:nvPr/>
          </p:nvSpPr>
          <p:spPr>
            <a:xfrm>
              <a:off x="7273232" y="-1364800"/>
              <a:ext cx="188362" cy="90784"/>
            </a:xfrm>
            <a:custGeom>
              <a:avLst/>
              <a:gdLst>
                <a:gd name="connsiteX0" fmla="*/ 18 w 188362"/>
                <a:gd name="connsiteY0" fmla="*/ 90779 h 90784"/>
                <a:gd name="connsiteX1" fmla="*/ 21831 w 188362"/>
                <a:gd name="connsiteY1" fmla="*/ 26390 h 90784"/>
                <a:gd name="connsiteX2" fmla="*/ 94030 w 188362"/>
                <a:gd name="connsiteY2" fmla="*/ 6 h 90784"/>
                <a:gd name="connsiteX3" fmla="*/ 167944 w 188362"/>
                <a:gd name="connsiteY3" fmla="*/ 27819 h 90784"/>
                <a:gd name="connsiteX4" fmla="*/ 188137 w 188362"/>
                <a:gd name="connsiteY4" fmla="*/ 86874 h 90784"/>
                <a:gd name="connsiteX5" fmla="*/ 163658 w 188362"/>
                <a:gd name="connsiteY5" fmla="*/ 84778 h 90784"/>
                <a:gd name="connsiteX6" fmla="*/ 149561 w 188362"/>
                <a:gd name="connsiteY6" fmla="*/ 44201 h 90784"/>
                <a:gd name="connsiteX7" fmla="*/ 93839 w 188362"/>
                <a:gd name="connsiteY7" fmla="*/ 24580 h 90784"/>
                <a:gd name="connsiteX8" fmla="*/ 39833 w 188362"/>
                <a:gd name="connsiteY8" fmla="*/ 43059 h 90784"/>
                <a:gd name="connsiteX9" fmla="*/ 24498 w 188362"/>
                <a:gd name="connsiteY9" fmla="*/ 88683 h 9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362" h="90784">
                  <a:moveTo>
                    <a:pt x="18" y="90779"/>
                  </a:moveTo>
                  <a:cubicBezTo>
                    <a:pt x="-1217" y="67316"/>
                    <a:pt x="6589" y="44272"/>
                    <a:pt x="21831" y="26390"/>
                  </a:cubicBezTo>
                  <a:cubicBezTo>
                    <a:pt x="38404" y="8578"/>
                    <a:pt x="62883" y="-375"/>
                    <a:pt x="94030" y="6"/>
                  </a:cubicBezTo>
                  <a:cubicBezTo>
                    <a:pt x="125177" y="386"/>
                    <a:pt x="151180" y="9531"/>
                    <a:pt x="167944" y="27819"/>
                  </a:cubicBezTo>
                  <a:cubicBezTo>
                    <a:pt x="182043" y="44160"/>
                    <a:pt x="189279" y="65320"/>
                    <a:pt x="188137" y="86874"/>
                  </a:cubicBezTo>
                  <a:lnTo>
                    <a:pt x="163658" y="84778"/>
                  </a:lnTo>
                  <a:cubicBezTo>
                    <a:pt x="164238" y="69960"/>
                    <a:pt x="159203" y="55468"/>
                    <a:pt x="149561" y="44201"/>
                  </a:cubicBezTo>
                  <a:cubicBezTo>
                    <a:pt x="137845" y="31343"/>
                    <a:pt x="119081" y="25152"/>
                    <a:pt x="93839" y="24580"/>
                  </a:cubicBezTo>
                  <a:cubicBezTo>
                    <a:pt x="68598" y="24009"/>
                    <a:pt x="51548" y="30486"/>
                    <a:pt x="39833" y="43059"/>
                  </a:cubicBezTo>
                  <a:cubicBezTo>
                    <a:pt x="29291" y="55867"/>
                    <a:pt x="23832" y="72108"/>
                    <a:pt x="24498" y="88683"/>
                  </a:cubicBezTo>
                  <a:close/>
                </a:path>
              </a:pathLst>
            </a:custGeom>
            <a:solidFill>
              <a:srgbClr val="2399F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0B29A0BB-26D8-491D-885B-8BA113FED92B}"/>
                </a:ext>
              </a:extLst>
            </p:cNvPr>
            <p:cNvSpPr/>
            <p:nvPr/>
          </p:nvSpPr>
          <p:spPr>
            <a:xfrm>
              <a:off x="7273232" y="-1364800"/>
              <a:ext cx="188362" cy="90784"/>
            </a:xfrm>
            <a:custGeom>
              <a:avLst/>
              <a:gdLst>
                <a:gd name="connsiteX0" fmla="*/ 18 w 188362"/>
                <a:gd name="connsiteY0" fmla="*/ 90779 h 90784"/>
                <a:gd name="connsiteX1" fmla="*/ 21831 w 188362"/>
                <a:gd name="connsiteY1" fmla="*/ 26390 h 90784"/>
                <a:gd name="connsiteX2" fmla="*/ 94030 w 188362"/>
                <a:gd name="connsiteY2" fmla="*/ 6 h 90784"/>
                <a:gd name="connsiteX3" fmla="*/ 167944 w 188362"/>
                <a:gd name="connsiteY3" fmla="*/ 27819 h 90784"/>
                <a:gd name="connsiteX4" fmla="*/ 188137 w 188362"/>
                <a:gd name="connsiteY4" fmla="*/ 86874 h 90784"/>
                <a:gd name="connsiteX5" fmla="*/ 163658 w 188362"/>
                <a:gd name="connsiteY5" fmla="*/ 84778 h 90784"/>
                <a:gd name="connsiteX6" fmla="*/ 149561 w 188362"/>
                <a:gd name="connsiteY6" fmla="*/ 44201 h 90784"/>
                <a:gd name="connsiteX7" fmla="*/ 93839 w 188362"/>
                <a:gd name="connsiteY7" fmla="*/ 24580 h 90784"/>
                <a:gd name="connsiteX8" fmla="*/ 39833 w 188362"/>
                <a:gd name="connsiteY8" fmla="*/ 43059 h 90784"/>
                <a:gd name="connsiteX9" fmla="*/ 24498 w 188362"/>
                <a:gd name="connsiteY9" fmla="*/ 88683 h 9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362" h="90784">
                  <a:moveTo>
                    <a:pt x="18" y="90779"/>
                  </a:moveTo>
                  <a:cubicBezTo>
                    <a:pt x="-1217" y="67316"/>
                    <a:pt x="6589" y="44272"/>
                    <a:pt x="21831" y="26390"/>
                  </a:cubicBezTo>
                  <a:cubicBezTo>
                    <a:pt x="38404" y="8578"/>
                    <a:pt x="62883" y="-375"/>
                    <a:pt x="94030" y="6"/>
                  </a:cubicBezTo>
                  <a:cubicBezTo>
                    <a:pt x="125177" y="386"/>
                    <a:pt x="151180" y="9531"/>
                    <a:pt x="167944" y="27819"/>
                  </a:cubicBezTo>
                  <a:cubicBezTo>
                    <a:pt x="182043" y="44160"/>
                    <a:pt x="189279" y="65320"/>
                    <a:pt x="188137" y="86874"/>
                  </a:cubicBezTo>
                  <a:lnTo>
                    <a:pt x="163658" y="84778"/>
                  </a:lnTo>
                  <a:cubicBezTo>
                    <a:pt x="164238" y="69960"/>
                    <a:pt x="159203" y="55468"/>
                    <a:pt x="149561" y="44201"/>
                  </a:cubicBezTo>
                  <a:cubicBezTo>
                    <a:pt x="137845" y="31343"/>
                    <a:pt x="119081" y="25152"/>
                    <a:pt x="93839" y="24580"/>
                  </a:cubicBezTo>
                  <a:cubicBezTo>
                    <a:pt x="68598" y="24009"/>
                    <a:pt x="51548" y="30486"/>
                    <a:pt x="39833" y="43059"/>
                  </a:cubicBezTo>
                  <a:cubicBezTo>
                    <a:pt x="29291" y="55867"/>
                    <a:pt x="23832" y="72108"/>
                    <a:pt x="24498" y="88683"/>
                  </a:cubicBez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073ECE67-6B0F-4914-97C2-A5052E0E876F}"/>
                </a:ext>
              </a:extLst>
            </p:cNvPr>
            <p:cNvSpPr/>
            <p:nvPr/>
          </p:nvSpPr>
          <p:spPr>
            <a:xfrm>
              <a:off x="7431985" y="-969430"/>
              <a:ext cx="168327" cy="204501"/>
            </a:xfrm>
            <a:custGeom>
              <a:avLst/>
              <a:gdLst>
                <a:gd name="connsiteX0" fmla="*/ 121014 w 168327"/>
                <a:gd name="connsiteY0" fmla="*/ 17258 h 204501"/>
                <a:gd name="connsiteX1" fmla="*/ 104441 w 168327"/>
                <a:gd name="connsiteY1" fmla="*/ 1828 h 204501"/>
                <a:gd name="connsiteX2" fmla="*/ 78438 w 168327"/>
                <a:gd name="connsiteY2" fmla="*/ 3161 h 204501"/>
                <a:gd name="connsiteX3" fmla="*/ 26241 w 168327"/>
                <a:gd name="connsiteY3" fmla="*/ 69836 h 204501"/>
                <a:gd name="connsiteX4" fmla="*/ 30241 w 168327"/>
                <a:gd name="connsiteY4" fmla="*/ 133368 h 204501"/>
                <a:gd name="connsiteX5" fmla="*/ 28336 w 168327"/>
                <a:gd name="connsiteY5" fmla="*/ 146132 h 204501"/>
                <a:gd name="connsiteX6" fmla="*/ 11096 w 168327"/>
                <a:gd name="connsiteY6" fmla="*/ 162038 h 204501"/>
                <a:gd name="connsiteX7" fmla="*/ 237 w 168327"/>
                <a:gd name="connsiteY7" fmla="*/ 181565 h 204501"/>
                <a:gd name="connsiteX8" fmla="*/ 17573 w 168327"/>
                <a:gd name="connsiteY8" fmla="*/ 193471 h 204501"/>
                <a:gd name="connsiteX9" fmla="*/ 39099 w 168327"/>
                <a:gd name="connsiteY9" fmla="*/ 198233 h 204501"/>
                <a:gd name="connsiteX10" fmla="*/ 49291 w 168327"/>
                <a:gd name="connsiteY10" fmla="*/ 204329 h 204501"/>
                <a:gd name="connsiteX11" fmla="*/ 57673 w 168327"/>
                <a:gd name="connsiteY11" fmla="*/ 203567 h 204501"/>
                <a:gd name="connsiteX12" fmla="*/ 139779 w 168327"/>
                <a:gd name="connsiteY12" fmla="*/ 183470 h 204501"/>
                <a:gd name="connsiteX13" fmla="*/ 162924 w 168327"/>
                <a:gd name="connsiteY13" fmla="*/ 113842 h 204501"/>
                <a:gd name="connsiteX14" fmla="*/ 121014 w 168327"/>
                <a:gd name="connsiteY14" fmla="*/ 17258 h 204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8327" h="204501">
                  <a:moveTo>
                    <a:pt x="121014" y="17258"/>
                  </a:moveTo>
                  <a:cubicBezTo>
                    <a:pt x="116999" y="10701"/>
                    <a:pt x="111268" y="5365"/>
                    <a:pt x="104441" y="1828"/>
                  </a:cubicBezTo>
                  <a:cubicBezTo>
                    <a:pt x="95914" y="-1015"/>
                    <a:pt x="86629" y="-539"/>
                    <a:pt x="78438" y="3161"/>
                  </a:cubicBezTo>
                  <a:cubicBezTo>
                    <a:pt x="50204" y="14234"/>
                    <a:pt x="30213" y="39770"/>
                    <a:pt x="26241" y="69836"/>
                  </a:cubicBezTo>
                  <a:cubicBezTo>
                    <a:pt x="23859" y="90982"/>
                    <a:pt x="29765" y="112127"/>
                    <a:pt x="30241" y="133368"/>
                  </a:cubicBezTo>
                  <a:cubicBezTo>
                    <a:pt x="30588" y="137712"/>
                    <a:pt x="29936" y="142078"/>
                    <a:pt x="28336" y="146132"/>
                  </a:cubicBezTo>
                  <a:cubicBezTo>
                    <a:pt x="24165" y="152921"/>
                    <a:pt x="18198" y="158426"/>
                    <a:pt x="11096" y="162038"/>
                  </a:cubicBezTo>
                  <a:cubicBezTo>
                    <a:pt x="4619" y="166610"/>
                    <a:pt x="-1668" y="173945"/>
                    <a:pt x="237" y="181565"/>
                  </a:cubicBezTo>
                  <a:cubicBezTo>
                    <a:pt x="3202" y="188572"/>
                    <a:pt x="9968" y="193219"/>
                    <a:pt x="17573" y="193471"/>
                  </a:cubicBezTo>
                  <a:cubicBezTo>
                    <a:pt x="24988" y="193661"/>
                    <a:pt x="32296" y="195278"/>
                    <a:pt x="39099" y="198233"/>
                  </a:cubicBezTo>
                  <a:cubicBezTo>
                    <a:pt x="42138" y="200813"/>
                    <a:pt x="45582" y="202872"/>
                    <a:pt x="49291" y="204329"/>
                  </a:cubicBezTo>
                  <a:cubicBezTo>
                    <a:pt x="52107" y="204703"/>
                    <a:pt x="54971" y="204443"/>
                    <a:pt x="57673" y="203567"/>
                  </a:cubicBezTo>
                  <a:lnTo>
                    <a:pt x="139779" y="183470"/>
                  </a:lnTo>
                  <a:cubicBezTo>
                    <a:pt x="177022" y="174421"/>
                    <a:pt x="169211" y="144893"/>
                    <a:pt x="162924" y="113842"/>
                  </a:cubicBezTo>
                  <a:cubicBezTo>
                    <a:pt x="155893" y="79061"/>
                    <a:pt x="141613" y="46152"/>
                    <a:pt x="121014" y="17258"/>
                  </a:cubicBezTo>
                  <a:close/>
                </a:path>
              </a:pathLst>
            </a:custGeom>
            <a:solidFill>
              <a:srgbClr val="C480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F1DD23C2-8E13-4AE0-81D1-0693DF3D91DB}"/>
                </a:ext>
              </a:extLst>
            </p:cNvPr>
            <p:cNvSpPr/>
            <p:nvPr/>
          </p:nvSpPr>
          <p:spPr>
            <a:xfrm>
              <a:off x="7596267" y="1865257"/>
              <a:ext cx="334778" cy="158717"/>
            </a:xfrm>
            <a:custGeom>
              <a:avLst/>
              <a:gdLst>
                <a:gd name="connsiteX0" fmla="*/ 318016 w 334778"/>
                <a:gd name="connsiteY0" fmla="*/ 67979 h 158717"/>
                <a:gd name="connsiteX1" fmla="*/ 332494 w 334778"/>
                <a:gd name="connsiteY1" fmla="*/ 81504 h 158717"/>
                <a:gd name="connsiteX2" fmla="*/ 315444 w 334778"/>
                <a:gd name="connsiteY2" fmla="*/ 121128 h 158717"/>
                <a:gd name="connsiteX3" fmla="*/ 246007 w 334778"/>
                <a:gd name="connsiteY3" fmla="*/ 145703 h 158717"/>
                <a:gd name="connsiteX4" fmla="*/ 37791 w 334778"/>
                <a:gd name="connsiteY4" fmla="*/ 156180 h 158717"/>
                <a:gd name="connsiteX5" fmla="*/ 19693 w 334778"/>
                <a:gd name="connsiteY5" fmla="*/ 151322 h 158717"/>
                <a:gd name="connsiteX6" fmla="*/ 8930 w 334778"/>
                <a:gd name="connsiteY6" fmla="*/ 134558 h 158717"/>
                <a:gd name="connsiteX7" fmla="*/ 929 w 334778"/>
                <a:gd name="connsiteY7" fmla="*/ 64835 h 158717"/>
                <a:gd name="connsiteX8" fmla="*/ 84653 w 334778"/>
                <a:gd name="connsiteY8" fmla="*/ 49024 h 158717"/>
                <a:gd name="connsiteX9" fmla="*/ 149804 w 334778"/>
                <a:gd name="connsiteY9" fmla="*/ 637 h 158717"/>
                <a:gd name="connsiteX10" fmla="*/ 229434 w 334778"/>
                <a:gd name="connsiteY10" fmla="*/ 29212 h 158717"/>
                <a:gd name="connsiteX11" fmla="*/ 318016 w 334778"/>
                <a:gd name="connsiteY11" fmla="*/ 67979 h 158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4778" h="158717">
                  <a:moveTo>
                    <a:pt x="318016" y="67979"/>
                  </a:moveTo>
                  <a:cubicBezTo>
                    <a:pt x="323969" y="71105"/>
                    <a:pt x="328970" y="75777"/>
                    <a:pt x="332494" y="81504"/>
                  </a:cubicBezTo>
                  <a:cubicBezTo>
                    <a:pt x="339543" y="95506"/>
                    <a:pt x="328303" y="112079"/>
                    <a:pt x="315444" y="121128"/>
                  </a:cubicBezTo>
                  <a:cubicBezTo>
                    <a:pt x="294352" y="134254"/>
                    <a:pt x="270660" y="142638"/>
                    <a:pt x="246007" y="145703"/>
                  </a:cubicBezTo>
                  <a:cubicBezTo>
                    <a:pt x="177346" y="158181"/>
                    <a:pt x="107357" y="161702"/>
                    <a:pt x="37791" y="156180"/>
                  </a:cubicBezTo>
                  <a:cubicBezTo>
                    <a:pt x="31441" y="156142"/>
                    <a:pt x="25208" y="154469"/>
                    <a:pt x="19693" y="151322"/>
                  </a:cubicBezTo>
                  <a:cubicBezTo>
                    <a:pt x="14481" y="146962"/>
                    <a:pt x="10725" y="141113"/>
                    <a:pt x="8930" y="134558"/>
                  </a:cubicBezTo>
                  <a:cubicBezTo>
                    <a:pt x="916" y="112246"/>
                    <a:pt x="-1823" y="88382"/>
                    <a:pt x="929" y="64835"/>
                  </a:cubicBezTo>
                  <a:cubicBezTo>
                    <a:pt x="-24" y="72741"/>
                    <a:pt x="78367" y="52072"/>
                    <a:pt x="84653" y="49024"/>
                  </a:cubicBezTo>
                  <a:cubicBezTo>
                    <a:pt x="106180" y="38642"/>
                    <a:pt x="128278" y="5685"/>
                    <a:pt x="149804" y="637"/>
                  </a:cubicBezTo>
                  <a:cubicBezTo>
                    <a:pt x="171331" y="-4411"/>
                    <a:pt x="208669" y="21687"/>
                    <a:pt x="229434" y="29212"/>
                  </a:cubicBezTo>
                  <a:cubicBezTo>
                    <a:pt x="260172" y="39170"/>
                    <a:pt x="289845" y="52156"/>
                    <a:pt x="318016" y="67979"/>
                  </a:cubicBezTo>
                  <a:close/>
                </a:path>
              </a:pathLst>
            </a:custGeom>
            <a:solidFill>
              <a:srgbClr val="6061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A23B05FB-963A-48FB-898D-761C16E7F98D}"/>
                </a:ext>
              </a:extLst>
            </p:cNvPr>
            <p:cNvSpPr/>
            <p:nvPr/>
          </p:nvSpPr>
          <p:spPr>
            <a:xfrm>
              <a:off x="6715769" y="1890077"/>
              <a:ext cx="332440" cy="157357"/>
            </a:xfrm>
            <a:custGeom>
              <a:avLst/>
              <a:gdLst>
                <a:gd name="connsiteX0" fmla="*/ 318594 w 332440"/>
                <a:gd name="connsiteY0" fmla="*/ 88592 h 157357"/>
                <a:gd name="connsiteX1" fmla="*/ 331167 w 332440"/>
                <a:gd name="connsiteY1" fmla="*/ 103833 h 157357"/>
                <a:gd name="connsiteX2" fmla="*/ 309164 w 332440"/>
                <a:gd name="connsiteY2" fmla="*/ 140885 h 157357"/>
                <a:gd name="connsiteX3" fmla="*/ 237060 w 332440"/>
                <a:gd name="connsiteY3" fmla="*/ 156315 h 157357"/>
                <a:gd name="connsiteX4" fmla="*/ 29320 w 332440"/>
                <a:gd name="connsiteY4" fmla="*/ 139742 h 157357"/>
                <a:gd name="connsiteX5" fmla="*/ 11984 w 332440"/>
                <a:gd name="connsiteY5" fmla="*/ 132693 h 157357"/>
                <a:gd name="connsiteX6" fmla="*/ 3412 w 332440"/>
                <a:gd name="connsiteY6" fmla="*/ 114691 h 157357"/>
                <a:gd name="connsiteX7" fmla="*/ 4554 w 332440"/>
                <a:gd name="connsiteY7" fmla="*/ 44492 h 157357"/>
                <a:gd name="connsiteX8" fmla="*/ 89613 w 332440"/>
                <a:gd name="connsiteY8" fmla="*/ 39634 h 157357"/>
                <a:gd name="connsiteX9" fmla="*/ 160479 w 332440"/>
                <a:gd name="connsiteY9" fmla="*/ 105 h 157357"/>
                <a:gd name="connsiteX10" fmla="*/ 235631 w 332440"/>
                <a:gd name="connsiteY10" fmla="*/ 38872 h 157357"/>
                <a:gd name="connsiteX11" fmla="*/ 318594 w 332440"/>
                <a:gd name="connsiteY11" fmla="*/ 88592 h 157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2440" h="157357">
                  <a:moveTo>
                    <a:pt x="318594" y="88592"/>
                  </a:moveTo>
                  <a:cubicBezTo>
                    <a:pt x="324124" y="92401"/>
                    <a:pt x="328479" y="97679"/>
                    <a:pt x="331167" y="103833"/>
                  </a:cubicBezTo>
                  <a:cubicBezTo>
                    <a:pt x="336406" y="118596"/>
                    <a:pt x="323071" y="133550"/>
                    <a:pt x="309164" y="140885"/>
                  </a:cubicBezTo>
                  <a:cubicBezTo>
                    <a:pt x="286527" y="151179"/>
                    <a:pt x="261927" y="156444"/>
                    <a:pt x="237060" y="156315"/>
                  </a:cubicBezTo>
                  <a:cubicBezTo>
                    <a:pt x="167387" y="159862"/>
                    <a:pt x="97549" y="154291"/>
                    <a:pt x="29320" y="139742"/>
                  </a:cubicBezTo>
                  <a:cubicBezTo>
                    <a:pt x="23020" y="138966"/>
                    <a:pt x="17038" y="136533"/>
                    <a:pt x="11984" y="132693"/>
                  </a:cubicBezTo>
                  <a:cubicBezTo>
                    <a:pt x="7367" y="127701"/>
                    <a:pt x="4377" y="121422"/>
                    <a:pt x="3412" y="114691"/>
                  </a:cubicBezTo>
                  <a:cubicBezTo>
                    <a:pt x="-1641" y="91518"/>
                    <a:pt x="-1250" y="67488"/>
                    <a:pt x="4554" y="44492"/>
                  </a:cubicBezTo>
                  <a:cubicBezTo>
                    <a:pt x="2650" y="52207"/>
                    <a:pt x="82945" y="41825"/>
                    <a:pt x="89613" y="39634"/>
                  </a:cubicBezTo>
                  <a:cubicBezTo>
                    <a:pt x="112282" y="32014"/>
                    <a:pt x="138476" y="2296"/>
                    <a:pt x="160479" y="105"/>
                  </a:cubicBezTo>
                  <a:cubicBezTo>
                    <a:pt x="182482" y="-2085"/>
                    <a:pt x="216105" y="28680"/>
                    <a:pt x="235631" y="38872"/>
                  </a:cubicBezTo>
                  <a:cubicBezTo>
                    <a:pt x="264867" y="52651"/>
                    <a:pt x="292658" y="69307"/>
                    <a:pt x="318594" y="88592"/>
                  </a:cubicBezTo>
                  <a:close/>
                </a:path>
              </a:pathLst>
            </a:custGeom>
            <a:solidFill>
              <a:srgbClr val="6061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C448E86C-C5B6-4103-B91E-29EB7BE134D7}"/>
                </a:ext>
              </a:extLst>
            </p:cNvPr>
            <p:cNvSpPr/>
            <p:nvPr/>
          </p:nvSpPr>
          <p:spPr>
            <a:xfrm>
              <a:off x="7596267" y="1865257"/>
              <a:ext cx="334778" cy="158717"/>
            </a:xfrm>
            <a:custGeom>
              <a:avLst/>
              <a:gdLst>
                <a:gd name="connsiteX0" fmla="*/ 318016 w 334778"/>
                <a:gd name="connsiteY0" fmla="*/ 67979 h 158717"/>
                <a:gd name="connsiteX1" fmla="*/ 332494 w 334778"/>
                <a:gd name="connsiteY1" fmla="*/ 81504 h 158717"/>
                <a:gd name="connsiteX2" fmla="*/ 315444 w 334778"/>
                <a:gd name="connsiteY2" fmla="*/ 121128 h 158717"/>
                <a:gd name="connsiteX3" fmla="*/ 246007 w 334778"/>
                <a:gd name="connsiteY3" fmla="*/ 145703 h 158717"/>
                <a:gd name="connsiteX4" fmla="*/ 37791 w 334778"/>
                <a:gd name="connsiteY4" fmla="*/ 156180 h 158717"/>
                <a:gd name="connsiteX5" fmla="*/ 19693 w 334778"/>
                <a:gd name="connsiteY5" fmla="*/ 151322 h 158717"/>
                <a:gd name="connsiteX6" fmla="*/ 8930 w 334778"/>
                <a:gd name="connsiteY6" fmla="*/ 134558 h 158717"/>
                <a:gd name="connsiteX7" fmla="*/ 929 w 334778"/>
                <a:gd name="connsiteY7" fmla="*/ 64835 h 158717"/>
                <a:gd name="connsiteX8" fmla="*/ 84653 w 334778"/>
                <a:gd name="connsiteY8" fmla="*/ 49024 h 158717"/>
                <a:gd name="connsiteX9" fmla="*/ 149804 w 334778"/>
                <a:gd name="connsiteY9" fmla="*/ 637 h 158717"/>
                <a:gd name="connsiteX10" fmla="*/ 229434 w 334778"/>
                <a:gd name="connsiteY10" fmla="*/ 29212 h 158717"/>
                <a:gd name="connsiteX11" fmla="*/ 318016 w 334778"/>
                <a:gd name="connsiteY11" fmla="*/ 67979 h 158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4778" h="158717">
                  <a:moveTo>
                    <a:pt x="318016" y="67979"/>
                  </a:moveTo>
                  <a:cubicBezTo>
                    <a:pt x="323969" y="71105"/>
                    <a:pt x="328970" y="75777"/>
                    <a:pt x="332494" y="81504"/>
                  </a:cubicBezTo>
                  <a:cubicBezTo>
                    <a:pt x="339543" y="95506"/>
                    <a:pt x="328303" y="112079"/>
                    <a:pt x="315444" y="121128"/>
                  </a:cubicBezTo>
                  <a:cubicBezTo>
                    <a:pt x="294352" y="134254"/>
                    <a:pt x="270660" y="142638"/>
                    <a:pt x="246007" y="145703"/>
                  </a:cubicBezTo>
                  <a:cubicBezTo>
                    <a:pt x="177346" y="158181"/>
                    <a:pt x="107357" y="161702"/>
                    <a:pt x="37791" y="156180"/>
                  </a:cubicBezTo>
                  <a:cubicBezTo>
                    <a:pt x="31441" y="156142"/>
                    <a:pt x="25208" y="154469"/>
                    <a:pt x="19693" y="151322"/>
                  </a:cubicBezTo>
                  <a:cubicBezTo>
                    <a:pt x="14481" y="146962"/>
                    <a:pt x="10725" y="141113"/>
                    <a:pt x="8930" y="134558"/>
                  </a:cubicBezTo>
                  <a:cubicBezTo>
                    <a:pt x="916" y="112246"/>
                    <a:pt x="-1823" y="88382"/>
                    <a:pt x="929" y="64835"/>
                  </a:cubicBezTo>
                  <a:cubicBezTo>
                    <a:pt x="-24" y="72741"/>
                    <a:pt x="78367" y="52072"/>
                    <a:pt x="84653" y="49024"/>
                  </a:cubicBezTo>
                  <a:cubicBezTo>
                    <a:pt x="106180" y="38642"/>
                    <a:pt x="128278" y="5685"/>
                    <a:pt x="149804" y="637"/>
                  </a:cubicBezTo>
                  <a:cubicBezTo>
                    <a:pt x="171331" y="-4411"/>
                    <a:pt x="208669" y="21687"/>
                    <a:pt x="229434" y="29212"/>
                  </a:cubicBezTo>
                  <a:cubicBezTo>
                    <a:pt x="260172" y="39170"/>
                    <a:pt x="289845" y="52156"/>
                    <a:pt x="318016" y="67979"/>
                  </a:cubicBez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7609234F-B6C2-42E5-BB2F-CCF38DC5FE2D}"/>
                </a:ext>
              </a:extLst>
            </p:cNvPr>
            <p:cNvSpPr/>
            <p:nvPr/>
          </p:nvSpPr>
          <p:spPr>
            <a:xfrm>
              <a:off x="6715769" y="1890077"/>
              <a:ext cx="332440" cy="157357"/>
            </a:xfrm>
            <a:custGeom>
              <a:avLst/>
              <a:gdLst>
                <a:gd name="connsiteX0" fmla="*/ 318594 w 332440"/>
                <a:gd name="connsiteY0" fmla="*/ 88592 h 157357"/>
                <a:gd name="connsiteX1" fmla="*/ 331167 w 332440"/>
                <a:gd name="connsiteY1" fmla="*/ 103833 h 157357"/>
                <a:gd name="connsiteX2" fmla="*/ 309164 w 332440"/>
                <a:gd name="connsiteY2" fmla="*/ 140885 h 157357"/>
                <a:gd name="connsiteX3" fmla="*/ 237060 w 332440"/>
                <a:gd name="connsiteY3" fmla="*/ 156315 h 157357"/>
                <a:gd name="connsiteX4" fmla="*/ 29320 w 332440"/>
                <a:gd name="connsiteY4" fmla="*/ 139742 h 157357"/>
                <a:gd name="connsiteX5" fmla="*/ 11984 w 332440"/>
                <a:gd name="connsiteY5" fmla="*/ 132693 h 157357"/>
                <a:gd name="connsiteX6" fmla="*/ 3412 w 332440"/>
                <a:gd name="connsiteY6" fmla="*/ 114691 h 157357"/>
                <a:gd name="connsiteX7" fmla="*/ 4554 w 332440"/>
                <a:gd name="connsiteY7" fmla="*/ 44492 h 157357"/>
                <a:gd name="connsiteX8" fmla="*/ 89613 w 332440"/>
                <a:gd name="connsiteY8" fmla="*/ 39634 h 157357"/>
                <a:gd name="connsiteX9" fmla="*/ 160479 w 332440"/>
                <a:gd name="connsiteY9" fmla="*/ 105 h 157357"/>
                <a:gd name="connsiteX10" fmla="*/ 235631 w 332440"/>
                <a:gd name="connsiteY10" fmla="*/ 38872 h 157357"/>
                <a:gd name="connsiteX11" fmla="*/ 318594 w 332440"/>
                <a:gd name="connsiteY11" fmla="*/ 88592 h 157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2440" h="157357">
                  <a:moveTo>
                    <a:pt x="318594" y="88592"/>
                  </a:moveTo>
                  <a:cubicBezTo>
                    <a:pt x="324124" y="92401"/>
                    <a:pt x="328479" y="97679"/>
                    <a:pt x="331167" y="103833"/>
                  </a:cubicBezTo>
                  <a:cubicBezTo>
                    <a:pt x="336406" y="118596"/>
                    <a:pt x="323071" y="133550"/>
                    <a:pt x="309164" y="140885"/>
                  </a:cubicBezTo>
                  <a:cubicBezTo>
                    <a:pt x="286527" y="151179"/>
                    <a:pt x="261927" y="156444"/>
                    <a:pt x="237060" y="156315"/>
                  </a:cubicBezTo>
                  <a:cubicBezTo>
                    <a:pt x="167387" y="159862"/>
                    <a:pt x="97549" y="154291"/>
                    <a:pt x="29320" y="139742"/>
                  </a:cubicBezTo>
                  <a:cubicBezTo>
                    <a:pt x="23020" y="138966"/>
                    <a:pt x="17038" y="136533"/>
                    <a:pt x="11984" y="132693"/>
                  </a:cubicBezTo>
                  <a:cubicBezTo>
                    <a:pt x="7367" y="127701"/>
                    <a:pt x="4377" y="121422"/>
                    <a:pt x="3412" y="114691"/>
                  </a:cubicBezTo>
                  <a:cubicBezTo>
                    <a:pt x="-1641" y="91518"/>
                    <a:pt x="-1250" y="67488"/>
                    <a:pt x="4554" y="44492"/>
                  </a:cubicBezTo>
                  <a:cubicBezTo>
                    <a:pt x="2650" y="52207"/>
                    <a:pt x="82945" y="41825"/>
                    <a:pt x="89613" y="39634"/>
                  </a:cubicBezTo>
                  <a:cubicBezTo>
                    <a:pt x="112282" y="32014"/>
                    <a:pt x="138476" y="2296"/>
                    <a:pt x="160479" y="105"/>
                  </a:cubicBezTo>
                  <a:cubicBezTo>
                    <a:pt x="182482" y="-2085"/>
                    <a:pt x="216105" y="28680"/>
                    <a:pt x="235631" y="38872"/>
                  </a:cubicBezTo>
                  <a:cubicBezTo>
                    <a:pt x="264867" y="52651"/>
                    <a:pt x="292658" y="69307"/>
                    <a:pt x="318594" y="88592"/>
                  </a:cubicBez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BE2AE78E-2E99-47E2-8A70-70CB43926AE9}"/>
                </a:ext>
              </a:extLst>
            </p:cNvPr>
            <p:cNvSpPr/>
            <p:nvPr/>
          </p:nvSpPr>
          <p:spPr>
            <a:xfrm>
              <a:off x="6584797" y="-929687"/>
              <a:ext cx="468720" cy="1296542"/>
            </a:xfrm>
            <a:custGeom>
              <a:avLst/>
              <a:gdLst>
                <a:gd name="connsiteX0" fmla="*/ 460044 w 468720"/>
                <a:gd name="connsiteY0" fmla="*/ 1296537 h 1296542"/>
                <a:gd name="connsiteX1" fmla="*/ 340791 w 468720"/>
                <a:gd name="connsiteY1" fmla="*/ 1267962 h 1296542"/>
                <a:gd name="connsiteX2" fmla="*/ 230301 w 468720"/>
                <a:gd name="connsiteY2" fmla="*/ 446050 h 1296542"/>
                <a:gd name="connsiteX3" fmla="*/ 223252 w 468720"/>
                <a:gd name="connsiteY3" fmla="*/ 434810 h 1296542"/>
                <a:gd name="connsiteX4" fmla="*/ -109 w 468720"/>
                <a:gd name="connsiteY4" fmla="*/ -6 h 1296542"/>
                <a:gd name="connsiteX5" fmla="*/ 212965 w 468720"/>
                <a:gd name="connsiteY5" fmla="*/ 299460 h 1296542"/>
                <a:gd name="connsiteX6" fmla="*/ 224205 w 468720"/>
                <a:gd name="connsiteY6" fmla="*/ 310414 h 1296542"/>
                <a:gd name="connsiteX7" fmla="*/ 342886 w 468720"/>
                <a:gd name="connsiteY7" fmla="*/ 428143 h 1296542"/>
                <a:gd name="connsiteX8" fmla="*/ 380986 w 468720"/>
                <a:gd name="connsiteY8" fmla="*/ 514630 h 1296542"/>
                <a:gd name="connsiteX9" fmla="*/ 396798 w 468720"/>
                <a:gd name="connsiteY9" fmla="*/ 741420 h 1296542"/>
                <a:gd name="connsiteX10" fmla="*/ 460044 w 468720"/>
                <a:gd name="connsiteY10" fmla="*/ 1296537 h 1296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68720" h="1296542">
                  <a:moveTo>
                    <a:pt x="460044" y="1296537"/>
                  </a:moveTo>
                  <a:cubicBezTo>
                    <a:pt x="395083" y="1296537"/>
                    <a:pt x="344125" y="1288060"/>
                    <a:pt x="340791" y="1267962"/>
                  </a:cubicBezTo>
                  <a:cubicBezTo>
                    <a:pt x="335552" y="1237863"/>
                    <a:pt x="270306" y="769328"/>
                    <a:pt x="230301" y="446050"/>
                  </a:cubicBezTo>
                  <a:cubicBezTo>
                    <a:pt x="227665" y="442491"/>
                    <a:pt x="225308" y="438733"/>
                    <a:pt x="223252" y="434810"/>
                  </a:cubicBezTo>
                  <a:cubicBezTo>
                    <a:pt x="190201" y="372040"/>
                    <a:pt x="29704" y="108865"/>
                    <a:pt x="-109" y="-6"/>
                  </a:cubicBezTo>
                  <a:cubicBezTo>
                    <a:pt x="58756" y="108865"/>
                    <a:pt x="124383" y="214497"/>
                    <a:pt x="212965" y="299460"/>
                  </a:cubicBezTo>
                  <a:cubicBezTo>
                    <a:pt x="216585" y="303460"/>
                    <a:pt x="220300" y="306794"/>
                    <a:pt x="224205" y="310414"/>
                  </a:cubicBezTo>
                  <a:cubicBezTo>
                    <a:pt x="265448" y="348514"/>
                    <a:pt x="311644" y="381756"/>
                    <a:pt x="342886" y="428143"/>
                  </a:cubicBezTo>
                  <a:cubicBezTo>
                    <a:pt x="360406" y="454599"/>
                    <a:pt x="373290" y="483846"/>
                    <a:pt x="380986" y="514630"/>
                  </a:cubicBezTo>
                  <a:cubicBezTo>
                    <a:pt x="399465" y="586258"/>
                    <a:pt x="396131" y="666077"/>
                    <a:pt x="396798" y="741420"/>
                  </a:cubicBezTo>
                  <a:cubicBezTo>
                    <a:pt x="397846" y="897154"/>
                    <a:pt x="497953" y="1129087"/>
                    <a:pt x="460044" y="1296537"/>
                  </a:cubicBez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6799FEC7-18C9-4692-B010-81A69CF1F6C2}"/>
                </a:ext>
              </a:extLst>
            </p:cNvPr>
            <p:cNvSpPr/>
            <p:nvPr/>
          </p:nvSpPr>
          <p:spPr>
            <a:xfrm>
              <a:off x="7394651" y="-477725"/>
              <a:ext cx="441428" cy="189191"/>
            </a:xfrm>
            <a:custGeom>
              <a:avLst/>
              <a:gdLst>
                <a:gd name="connsiteX0" fmla="*/ 433430 w 441428"/>
                <a:gd name="connsiteY0" fmla="*/ 134296 h 189191"/>
                <a:gd name="connsiteX1" fmla="*/ 406760 w 441428"/>
                <a:gd name="connsiteY1" fmla="*/ 170587 h 189191"/>
                <a:gd name="connsiteX2" fmla="*/ 406760 w 441428"/>
                <a:gd name="connsiteY2" fmla="*/ 170587 h 189191"/>
                <a:gd name="connsiteX3" fmla="*/ 349610 w 441428"/>
                <a:gd name="connsiteY3" fmla="*/ 188494 h 189191"/>
                <a:gd name="connsiteX4" fmla="*/ 17664 w 441428"/>
                <a:gd name="connsiteY4" fmla="*/ 104769 h 189191"/>
                <a:gd name="connsiteX5" fmla="*/ 17664 w 441428"/>
                <a:gd name="connsiteY5" fmla="*/ 104769 h 189191"/>
                <a:gd name="connsiteX6" fmla="*/ 709 w 441428"/>
                <a:gd name="connsiteY6" fmla="*/ -6 h 189191"/>
                <a:gd name="connsiteX7" fmla="*/ 377899 w 441428"/>
                <a:gd name="connsiteY7" fmla="*/ 103721 h 189191"/>
                <a:gd name="connsiteX8" fmla="*/ 439907 w 441428"/>
                <a:gd name="connsiteY8" fmla="*/ 111436 h 189191"/>
                <a:gd name="connsiteX9" fmla="*/ 433430 w 441428"/>
                <a:gd name="connsiteY9" fmla="*/ 134296 h 189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41428" h="189191">
                  <a:moveTo>
                    <a:pt x="433430" y="134296"/>
                  </a:moveTo>
                  <a:cubicBezTo>
                    <a:pt x="420260" y="142574"/>
                    <a:pt x="410727" y="155546"/>
                    <a:pt x="406760" y="170587"/>
                  </a:cubicBezTo>
                  <a:cubicBezTo>
                    <a:pt x="406760" y="170587"/>
                    <a:pt x="406760" y="170587"/>
                    <a:pt x="406760" y="170587"/>
                  </a:cubicBezTo>
                  <a:cubicBezTo>
                    <a:pt x="388853" y="194590"/>
                    <a:pt x="369708" y="188494"/>
                    <a:pt x="349610" y="188494"/>
                  </a:cubicBezTo>
                  <a:cubicBezTo>
                    <a:pt x="313510" y="188494"/>
                    <a:pt x="100436" y="139630"/>
                    <a:pt x="17664" y="104769"/>
                  </a:cubicBezTo>
                  <a:lnTo>
                    <a:pt x="17664" y="104769"/>
                  </a:lnTo>
                  <a:cubicBezTo>
                    <a:pt x="3091" y="77432"/>
                    <a:pt x="-2339" y="43714"/>
                    <a:pt x="709" y="-6"/>
                  </a:cubicBezTo>
                  <a:cubicBezTo>
                    <a:pt x="123808" y="43509"/>
                    <a:pt x="249859" y="78173"/>
                    <a:pt x="377899" y="103721"/>
                  </a:cubicBezTo>
                  <a:cubicBezTo>
                    <a:pt x="388853" y="105817"/>
                    <a:pt x="433525" y="102388"/>
                    <a:pt x="439907" y="111436"/>
                  </a:cubicBezTo>
                  <a:cubicBezTo>
                    <a:pt x="443812" y="117628"/>
                    <a:pt x="438955" y="130010"/>
                    <a:pt x="433430" y="134296"/>
                  </a:cubicBez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A0B62BB1-66A4-4306-A890-7CE3F87F69CC}"/>
                </a:ext>
              </a:extLst>
            </p:cNvPr>
            <p:cNvSpPr/>
            <p:nvPr/>
          </p:nvSpPr>
          <p:spPr>
            <a:xfrm>
              <a:off x="7484858" y="-778481"/>
              <a:ext cx="207028" cy="310357"/>
            </a:xfrm>
            <a:custGeom>
              <a:avLst/>
              <a:gdLst>
                <a:gd name="connsiteX0" fmla="*/ 149580 w 207028"/>
                <a:gd name="connsiteY0" fmla="*/ 286748 h 310357"/>
                <a:gd name="connsiteX1" fmla="*/ 205492 w 207028"/>
                <a:gd name="connsiteY1" fmla="*/ 309894 h 310357"/>
                <a:gd name="connsiteX2" fmla="*/ 193110 w 207028"/>
                <a:gd name="connsiteY2" fmla="*/ 267031 h 310357"/>
                <a:gd name="connsiteX3" fmla="*/ 127959 w 207028"/>
                <a:gd name="connsiteY3" fmla="*/ 147302 h 310357"/>
                <a:gd name="connsiteX4" fmla="*/ 77286 w 207028"/>
                <a:gd name="connsiteY4" fmla="*/ 9951 h 310357"/>
                <a:gd name="connsiteX5" fmla="*/ 59950 w 207028"/>
                <a:gd name="connsiteY5" fmla="*/ 426 h 310357"/>
                <a:gd name="connsiteX6" fmla="*/ 11658 w 207028"/>
                <a:gd name="connsiteY6" fmla="*/ 6522 h 310357"/>
                <a:gd name="connsiteX7" fmla="*/ -57 w 207028"/>
                <a:gd name="connsiteY7" fmla="*/ 13761 h 310357"/>
                <a:gd name="connsiteX8" fmla="*/ 2610 w 207028"/>
                <a:gd name="connsiteY8" fmla="*/ 23286 h 310357"/>
                <a:gd name="connsiteX9" fmla="*/ 149580 w 207028"/>
                <a:gd name="connsiteY9" fmla="*/ 286748 h 3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7028" h="310357">
                  <a:moveTo>
                    <a:pt x="149580" y="286748"/>
                  </a:moveTo>
                  <a:cubicBezTo>
                    <a:pt x="165392" y="300273"/>
                    <a:pt x="184918" y="312942"/>
                    <a:pt x="205492" y="309894"/>
                  </a:cubicBezTo>
                  <a:cubicBezTo>
                    <a:pt x="210445" y="295225"/>
                    <a:pt x="201587" y="279890"/>
                    <a:pt x="193110" y="267031"/>
                  </a:cubicBezTo>
                  <a:cubicBezTo>
                    <a:pt x="167313" y="229481"/>
                    <a:pt x="145479" y="189356"/>
                    <a:pt x="127959" y="147302"/>
                  </a:cubicBezTo>
                  <a:cubicBezTo>
                    <a:pt x="110337" y="101677"/>
                    <a:pt x="101670" y="52052"/>
                    <a:pt x="77286" y="9951"/>
                  </a:cubicBezTo>
                  <a:cubicBezTo>
                    <a:pt x="74876" y="2741"/>
                    <a:pt x="67329" y="-1407"/>
                    <a:pt x="59950" y="426"/>
                  </a:cubicBezTo>
                  <a:cubicBezTo>
                    <a:pt x="43742" y="1454"/>
                    <a:pt x="27613" y="3490"/>
                    <a:pt x="11658" y="6522"/>
                  </a:cubicBezTo>
                  <a:cubicBezTo>
                    <a:pt x="6896" y="7380"/>
                    <a:pt x="1276" y="9094"/>
                    <a:pt x="-57" y="13761"/>
                  </a:cubicBezTo>
                  <a:cubicBezTo>
                    <a:pt x="-348" y="17154"/>
                    <a:pt x="599" y="20538"/>
                    <a:pt x="2610" y="23286"/>
                  </a:cubicBezTo>
                  <a:cubicBezTo>
                    <a:pt x="53473" y="112917"/>
                    <a:pt x="69761" y="218358"/>
                    <a:pt x="149580" y="286748"/>
                  </a:cubicBez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D80EC8C1-C310-4EC6-9307-0EE56EE3A1AD}"/>
                </a:ext>
              </a:extLst>
            </p:cNvPr>
            <p:cNvSpPr/>
            <p:nvPr/>
          </p:nvSpPr>
          <p:spPr>
            <a:xfrm>
              <a:off x="6705927" y="-1331258"/>
              <a:ext cx="68607" cy="410143"/>
            </a:xfrm>
            <a:custGeom>
              <a:avLst/>
              <a:gdLst>
                <a:gd name="connsiteX0" fmla="*/ 68499 w 68607"/>
                <a:gd name="connsiteY0" fmla="*/ 410137 h 410143"/>
                <a:gd name="connsiteX1" fmla="*/ 2586 w 68607"/>
                <a:gd name="connsiteY1" fmla="*/ 322412 h 410143"/>
                <a:gd name="connsiteX2" fmla="*/ 205 w 68607"/>
                <a:gd name="connsiteY2" fmla="*/ 278407 h 410143"/>
                <a:gd name="connsiteX3" fmla="*/ 8396 w 68607"/>
                <a:gd name="connsiteY3" fmla="*/ 79906 h 410143"/>
                <a:gd name="connsiteX4" fmla="*/ 23827 w 68607"/>
                <a:gd name="connsiteY4" fmla="*/ 86 h 410143"/>
                <a:gd name="connsiteX5" fmla="*/ 30875 w 68607"/>
                <a:gd name="connsiteY5" fmla="*/ 753 h 410143"/>
                <a:gd name="connsiteX6" fmla="*/ 30875 w 68607"/>
                <a:gd name="connsiteY6" fmla="*/ 753 h 410143"/>
                <a:gd name="connsiteX7" fmla="*/ 45449 w 68607"/>
                <a:gd name="connsiteY7" fmla="*/ 20470 h 410143"/>
                <a:gd name="connsiteX8" fmla="*/ 50306 w 68607"/>
                <a:gd name="connsiteY8" fmla="*/ 354607 h 410143"/>
                <a:gd name="connsiteX9" fmla="*/ 56402 w 68607"/>
                <a:gd name="connsiteY9" fmla="*/ 365846 h 410143"/>
                <a:gd name="connsiteX10" fmla="*/ 68499 w 68607"/>
                <a:gd name="connsiteY10" fmla="*/ 410137 h 410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607" h="410143">
                  <a:moveTo>
                    <a:pt x="68499" y="410137"/>
                  </a:moveTo>
                  <a:cubicBezTo>
                    <a:pt x="40591" y="385563"/>
                    <a:pt x="10778" y="358512"/>
                    <a:pt x="2586" y="322412"/>
                  </a:cubicBezTo>
                  <a:cubicBezTo>
                    <a:pt x="180" y="307875"/>
                    <a:pt x="-618" y="293118"/>
                    <a:pt x="205" y="278407"/>
                  </a:cubicBezTo>
                  <a:cubicBezTo>
                    <a:pt x="2300" y="212240"/>
                    <a:pt x="5031" y="146073"/>
                    <a:pt x="8396" y="79906"/>
                  </a:cubicBezTo>
                  <a:cubicBezTo>
                    <a:pt x="9254" y="63237"/>
                    <a:pt x="2967" y="3706"/>
                    <a:pt x="23827" y="86"/>
                  </a:cubicBezTo>
                  <a:cubicBezTo>
                    <a:pt x="26197" y="-153"/>
                    <a:pt x="28592" y="74"/>
                    <a:pt x="30875" y="753"/>
                  </a:cubicBezTo>
                  <a:lnTo>
                    <a:pt x="30875" y="753"/>
                  </a:lnTo>
                  <a:cubicBezTo>
                    <a:pt x="37448" y="5866"/>
                    <a:pt x="42490" y="12686"/>
                    <a:pt x="45449" y="20470"/>
                  </a:cubicBezTo>
                  <a:lnTo>
                    <a:pt x="50306" y="354607"/>
                  </a:lnTo>
                  <a:lnTo>
                    <a:pt x="56402" y="365846"/>
                  </a:lnTo>
                  <a:cubicBezTo>
                    <a:pt x="58999" y="380965"/>
                    <a:pt x="63050" y="395798"/>
                    <a:pt x="68499" y="410137"/>
                  </a:cubicBezTo>
                  <a:close/>
                </a:path>
              </a:pathLst>
            </a:custGeom>
            <a:solidFill>
              <a:srgbClr val="0101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09A9E320-250A-4BF0-8542-67883B8C49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1210172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026939 h 6858000"/>
              <a:gd name="connsiteX5" fmla="*/ 82183 w 12192000"/>
              <a:gd name="connsiteY5" fmla="*/ 6032908 h 6858000"/>
              <a:gd name="connsiteX6" fmla="*/ 4008121 w 12192000"/>
              <a:gd name="connsiteY6" fmla="*/ 5532120 h 6858000"/>
              <a:gd name="connsiteX7" fmla="*/ 11826240 w 12192000"/>
              <a:gd name="connsiteY7" fmla="*/ 15823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0172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026939"/>
                </a:lnTo>
                <a:lnTo>
                  <a:pt x="82183" y="6032908"/>
                </a:lnTo>
                <a:cubicBezTo>
                  <a:pt x="1200359" y="6109692"/>
                  <a:pt x="2537937" y="6140768"/>
                  <a:pt x="4008121" y="5532120"/>
                </a:cubicBezTo>
                <a:cubicBezTo>
                  <a:pt x="5968365" y="4720590"/>
                  <a:pt x="9530239" y="1524476"/>
                  <a:pt x="11826240" y="15823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>
                  <a:lumMod val="67000"/>
                  <a:lumOff val="33000"/>
                </a:schemeClr>
              </a:gs>
            </a:gsLst>
            <a:lin ang="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D3433541-CF61-4861-8B63-DCD51A59B6C2}"/>
              </a:ext>
            </a:extLst>
          </p:cNvPr>
          <p:cNvSpPr/>
          <p:nvPr userDrawn="1"/>
        </p:nvSpPr>
        <p:spPr>
          <a:xfrm>
            <a:off x="0" y="0"/>
            <a:ext cx="12161414" cy="6858000"/>
          </a:xfrm>
          <a:custGeom>
            <a:avLst/>
            <a:gdLst>
              <a:gd name="connsiteX0" fmla="*/ 1210172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026939 h 6858000"/>
              <a:gd name="connsiteX5" fmla="*/ 82183 w 12192000"/>
              <a:gd name="connsiteY5" fmla="*/ 6032908 h 6858000"/>
              <a:gd name="connsiteX6" fmla="*/ 4008121 w 12192000"/>
              <a:gd name="connsiteY6" fmla="*/ 5532120 h 6858000"/>
              <a:gd name="connsiteX7" fmla="*/ 11826240 w 12192000"/>
              <a:gd name="connsiteY7" fmla="*/ 15823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0172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026939"/>
                </a:lnTo>
                <a:lnTo>
                  <a:pt x="82183" y="6032908"/>
                </a:lnTo>
                <a:cubicBezTo>
                  <a:pt x="1200359" y="6109692"/>
                  <a:pt x="2537937" y="6140768"/>
                  <a:pt x="4008121" y="5532120"/>
                </a:cubicBezTo>
                <a:cubicBezTo>
                  <a:pt x="5968365" y="4720590"/>
                  <a:pt x="9530239" y="1524476"/>
                  <a:pt x="11826240" y="158234"/>
                </a:cubicBezTo>
                <a:close/>
              </a:path>
            </a:pathLst>
          </a:custGeom>
          <a:blipFill dpi="0" rotWithShape="1">
            <a:blip r:embed="rId2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E3220A72-08CA-4FCD-BCB6-6E2E0532F34B}"/>
              </a:ext>
            </a:extLst>
          </p:cNvPr>
          <p:cNvSpPr/>
          <p:nvPr userDrawn="1"/>
        </p:nvSpPr>
        <p:spPr>
          <a:xfrm>
            <a:off x="0" y="0"/>
            <a:ext cx="12192000" cy="6073690"/>
          </a:xfrm>
          <a:custGeom>
            <a:avLst/>
            <a:gdLst>
              <a:gd name="connsiteX0" fmla="*/ 1210172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026939 h 6858000"/>
              <a:gd name="connsiteX5" fmla="*/ 82183 w 12192000"/>
              <a:gd name="connsiteY5" fmla="*/ 6032908 h 6858000"/>
              <a:gd name="connsiteX6" fmla="*/ 4008121 w 12192000"/>
              <a:gd name="connsiteY6" fmla="*/ 5532120 h 6858000"/>
              <a:gd name="connsiteX7" fmla="*/ 11826240 w 12192000"/>
              <a:gd name="connsiteY7" fmla="*/ 158234 h 6858000"/>
              <a:gd name="connsiteX0" fmla="*/ 12192000 w 12283440"/>
              <a:gd name="connsiteY0" fmla="*/ 6858000 h 6949440"/>
              <a:gd name="connsiteX1" fmla="*/ 0 w 12283440"/>
              <a:gd name="connsiteY1" fmla="*/ 6858000 h 6949440"/>
              <a:gd name="connsiteX2" fmla="*/ 0 w 12283440"/>
              <a:gd name="connsiteY2" fmla="*/ 6026939 h 6949440"/>
              <a:gd name="connsiteX3" fmla="*/ 82183 w 12283440"/>
              <a:gd name="connsiteY3" fmla="*/ 6032908 h 6949440"/>
              <a:gd name="connsiteX4" fmla="*/ 4008121 w 12283440"/>
              <a:gd name="connsiteY4" fmla="*/ 5532120 h 6949440"/>
              <a:gd name="connsiteX5" fmla="*/ 11826240 w 12283440"/>
              <a:gd name="connsiteY5" fmla="*/ 158234 h 6949440"/>
              <a:gd name="connsiteX6" fmla="*/ 12101720 w 12283440"/>
              <a:gd name="connsiteY6" fmla="*/ 0 h 6949440"/>
              <a:gd name="connsiteX7" fmla="*/ 12192000 w 12283440"/>
              <a:gd name="connsiteY7" fmla="*/ 0 h 6949440"/>
              <a:gd name="connsiteX8" fmla="*/ 12283440 w 12283440"/>
              <a:gd name="connsiteY8" fmla="*/ 6949440 h 6949440"/>
              <a:gd name="connsiteX0" fmla="*/ 0 w 12283440"/>
              <a:gd name="connsiteY0" fmla="*/ 6858000 h 6949440"/>
              <a:gd name="connsiteX1" fmla="*/ 0 w 12283440"/>
              <a:gd name="connsiteY1" fmla="*/ 6026939 h 6949440"/>
              <a:gd name="connsiteX2" fmla="*/ 82183 w 12283440"/>
              <a:gd name="connsiteY2" fmla="*/ 6032908 h 6949440"/>
              <a:gd name="connsiteX3" fmla="*/ 4008121 w 12283440"/>
              <a:gd name="connsiteY3" fmla="*/ 5532120 h 6949440"/>
              <a:gd name="connsiteX4" fmla="*/ 11826240 w 12283440"/>
              <a:gd name="connsiteY4" fmla="*/ 158234 h 6949440"/>
              <a:gd name="connsiteX5" fmla="*/ 12101720 w 12283440"/>
              <a:gd name="connsiteY5" fmla="*/ 0 h 6949440"/>
              <a:gd name="connsiteX6" fmla="*/ 12192000 w 12283440"/>
              <a:gd name="connsiteY6" fmla="*/ 0 h 6949440"/>
              <a:gd name="connsiteX7" fmla="*/ 12283440 w 12283440"/>
              <a:gd name="connsiteY7" fmla="*/ 6949440 h 6949440"/>
              <a:gd name="connsiteX0" fmla="*/ 0 w 12192000"/>
              <a:gd name="connsiteY0" fmla="*/ 6858000 h 6858000"/>
              <a:gd name="connsiteX1" fmla="*/ 0 w 12192000"/>
              <a:gd name="connsiteY1" fmla="*/ 6026939 h 6858000"/>
              <a:gd name="connsiteX2" fmla="*/ 82183 w 12192000"/>
              <a:gd name="connsiteY2" fmla="*/ 6032908 h 6858000"/>
              <a:gd name="connsiteX3" fmla="*/ 4008121 w 12192000"/>
              <a:gd name="connsiteY3" fmla="*/ 5532120 h 6858000"/>
              <a:gd name="connsiteX4" fmla="*/ 11826240 w 12192000"/>
              <a:gd name="connsiteY4" fmla="*/ 158234 h 6858000"/>
              <a:gd name="connsiteX5" fmla="*/ 12101720 w 12192000"/>
              <a:gd name="connsiteY5" fmla="*/ 0 h 6858000"/>
              <a:gd name="connsiteX6" fmla="*/ 12192000 w 12192000"/>
              <a:gd name="connsiteY6" fmla="*/ 0 h 6858000"/>
              <a:gd name="connsiteX0" fmla="*/ 0 w 12192000"/>
              <a:gd name="connsiteY0" fmla="*/ 6026939 h 6073690"/>
              <a:gd name="connsiteX1" fmla="*/ 82183 w 12192000"/>
              <a:gd name="connsiteY1" fmla="*/ 6032908 h 6073690"/>
              <a:gd name="connsiteX2" fmla="*/ 4008121 w 12192000"/>
              <a:gd name="connsiteY2" fmla="*/ 5532120 h 6073690"/>
              <a:gd name="connsiteX3" fmla="*/ 11826240 w 12192000"/>
              <a:gd name="connsiteY3" fmla="*/ 158234 h 6073690"/>
              <a:gd name="connsiteX4" fmla="*/ 12101720 w 12192000"/>
              <a:gd name="connsiteY4" fmla="*/ 0 h 6073690"/>
              <a:gd name="connsiteX5" fmla="*/ 12192000 w 12192000"/>
              <a:gd name="connsiteY5" fmla="*/ 0 h 6073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073690">
                <a:moveTo>
                  <a:pt x="0" y="6026939"/>
                </a:moveTo>
                <a:lnTo>
                  <a:pt x="82183" y="6032908"/>
                </a:lnTo>
                <a:cubicBezTo>
                  <a:pt x="1200359" y="6109692"/>
                  <a:pt x="2537937" y="6140768"/>
                  <a:pt x="4008121" y="5532120"/>
                </a:cubicBezTo>
                <a:cubicBezTo>
                  <a:pt x="5968365" y="4720590"/>
                  <a:pt x="9530239" y="1524476"/>
                  <a:pt x="11826240" y="158234"/>
                </a:cubicBezTo>
                <a:lnTo>
                  <a:pt x="12101720" y="0"/>
                </a:lnTo>
                <a:lnTo>
                  <a:pt x="12192000" y="0"/>
                </a:lnTo>
              </a:path>
            </a:pathLst>
          </a:custGeom>
          <a:noFill/>
          <a:ln w="28575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/>
                </a:gs>
              </a:gsLst>
              <a:lin ang="5400000" scaled="1"/>
            </a:gradFill>
          </a:ln>
          <a:effectLst>
            <a:outerShdw blurRad="215900" dist="38100" dir="2700000" algn="tl" rotWithShape="0">
              <a:schemeClr val="bg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6" name="图形 45">
            <a:extLst>
              <a:ext uri="{FF2B5EF4-FFF2-40B4-BE49-F238E27FC236}">
                <a16:creationId xmlns:a16="http://schemas.microsoft.com/office/drawing/2014/main" id="{353459E8-1964-4CB1-9229-A63F4AE8D6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6430" y="1114755"/>
            <a:ext cx="659130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34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44A52B8-DE74-4776-A3B8-25A950DE734C}"/>
              </a:ext>
            </a:extLst>
          </p:cNvPr>
          <p:cNvSpPr txBox="1"/>
          <p:nvPr userDrawn="1"/>
        </p:nvSpPr>
        <p:spPr>
          <a:xfrm>
            <a:off x="1539307" y="981547"/>
            <a:ext cx="40879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>
                <a:solidFill>
                  <a:schemeClr val="tx1">
                    <a:alpha val="11000"/>
                  </a:schemeClr>
                </a:solidFill>
                <a:latin typeface="+mj-ea"/>
                <a:ea typeface="+mj-ea"/>
              </a:rPr>
              <a:t>CONTENT</a:t>
            </a:r>
            <a:endParaRPr lang="zh-CN" altLang="en-US" sz="6600">
              <a:solidFill>
                <a:schemeClr val="tx1">
                  <a:alpha val="11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E598B82F-B111-42BF-909E-94123799EC8D}"/>
              </a:ext>
            </a:extLst>
          </p:cNvPr>
          <p:cNvSpPr/>
          <p:nvPr userDrawn="1"/>
        </p:nvSpPr>
        <p:spPr>
          <a:xfrm rot="17737803">
            <a:off x="793255" y="3048636"/>
            <a:ext cx="3307629" cy="6298164"/>
          </a:xfrm>
          <a:custGeom>
            <a:avLst/>
            <a:gdLst>
              <a:gd name="connsiteX0" fmla="*/ 2598916 w 3307629"/>
              <a:gd name="connsiteY0" fmla="*/ 68693 h 6298164"/>
              <a:gd name="connsiteX1" fmla="*/ 3307629 w 3307629"/>
              <a:gd name="connsiteY1" fmla="*/ 3034747 h 6298164"/>
              <a:gd name="connsiteX2" fmla="*/ 2598917 w 3307629"/>
              <a:gd name="connsiteY2" fmla="*/ 6000801 h 6298164"/>
              <a:gd name="connsiteX3" fmla="*/ 2432294 w 3307629"/>
              <a:gd name="connsiteY3" fmla="*/ 6298164 h 6298164"/>
              <a:gd name="connsiteX4" fmla="*/ 0 w 3307629"/>
              <a:gd name="connsiteY4" fmla="*/ 1228401 h 6298164"/>
              <a:gd name="connsiteX5" fmla="*/ 2560424 w 3307629"/>
              <a:gd name="connsiteY5" fmla="*/ 0 h 6298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07629" h="6298164">
                <a:moveTo>
                  <a:pt x="2598916" y="68693"/>
                </a:moveTo>
                <a:cubicBezTo>
                  <a:pt x="3049776" y="942132"/>
                  <a:pt x="3307629" y="1954896"/>
                  <a:pt x="3307629" y="3034747"/>
                </a:cubicBezTo>
                <a:cubicBezTo>
                  <a:pt x="3307629" y="4114599"/>
                  <a:pt x="3049775" y="5127362"/>
                  <a:pt x="2598917" y="6000801"/>
                </a:cubicBezTo>
                <a:lnTo>
                  <a:pt x="2432294" y="6298164"/>
                </a:lnTo>
                <a:lnTo>
                  <a:pt x="0" y="1228401"/>
                </a:lnTo>
                <a:lnTo>
                  <a:pt x="2560424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2">
                  <a:alpha val="0"/>
                  <a:lumMod val="67000"/>
                  <a:lumOff val="33000"/>
                </a:schemeClr>
              </a:gs>
            </a:gsLst>
            <a:lin ang="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4F7808-1C66-43DA-9AC2-BE80F9A1D48E}"/>
              </a:ext>
            </a:extLst>
          </p:cNvPr>
          <p:cNvSpPr txBox="1"/>
          <p:nvPr userDrawn="1"/>
        </p:nvSpPr>
        <p:spPr>
          <a:xfrm>
            <a:off x="3988366" y="1582005"/>
            <a:ext cx="162416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>
                <a:latin typeface="+mj-ea"/>
                <a:ea typeface="+mj-ea"/>
              </a:rPr>
              <a:t>目录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23117FD-4937-49D4-9FCA-094994F313B9}"/>
              </a:ext>
            </a:extLst>
          </p:cNvPr>
          <p:cNvGrpSpPr/>
          <p:nvPr userDrawn="1"/>
        </p:nvGrpSpPr>
        <p:grpSpPr>
          <a:xfrm>
            <a:off x="782421" y="2786640"/>
            <a:ext cx="3936724" cy="3896268"/>
            <a:chOff x="1288914" y="3126328"/>
            <a:chExt cx="2811093" cy="2782204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B86DFA72-AAE1-4DCD-83D7-94222DAC3C36}"/>
                </a:ext>
              </a:extLst>
            </p:cNvPr>
            <p:cNvSpPr/>
            <p:nvPr/>
          </p:nvSpPr>
          <p:spPr>
            <a:xfrm>
              <a:off x="1808660" y="5667587"/>
              <a:ext cx="155668" cy="240945"/>
            </a:xfrm>
            <a:custGeom>
              <a:avLst/>
              <a:gdLst>
                <a:gd name="connsiteX0" fmla="*/ 83191 w 155668"/>
                <a:gd name="connsiteY0" fmla="*/ -22 h 240945"/>
                <a:gd name="connsiteX1" fmla="*/ 53111 w 155668"/>
                <a:gd name="connsiteY1" fmla="*/ 7595 h 240945"/>
                <a:gd name="connsiteX2" fmla="*/ 9992 w 155668"/>
                <a:gd name="connsiteY2" fmla="*/ 34964 h 240945"/>
                <a:gd name="connsiteX3" fmla="*/ 6893 w 155668"/>
                <a:gd name="connsiteY3" fmla="*/ 111003 h 240945"/>
                <a:gd name="connsiteX4" fmla="*/ 35553 w 155668"/>
                <a:gd name="connsiteY4" fmla="*/ 184718 h 240945"/>
                <a:gd name="connsiteX5" fmla="*/ 92099 w 155668"/>
                <a:gd name="connsiteY5" fmla="*/ 238553 h 240945"/>
                <a:gd name="connsiteX6" fmla="*/ 102685 w 155668"/>
                <a:gd name="connsiteY6" fmla="*/ 240876 h 240945"/>
                <a:gd name="connsiteX7" fmla="*/ 115595 w 155668"/>
                <a:gd name="connsiteY7" fmla="*/ 230161 h 240945"/>
                <a:gd name="connsiteX8" fmla="*/ 129925 w 155668"/>
                <a:gd name="connsiteY8" fmla="*/ 161739 h 240945"/>
                <a:gd name="connsiteX9" fmla="*/ 129925 w 155668"/>
                <a:gd name="connsiteY9" fmla="*/ 131917 h 240945"/>
                <a:gd name="connsiteX10" fmla="*/ 144255 w 155668"/>
                <a:gd name="connsiteY10" fmla="*/ 113456 h 240945"/>
                <a:gd name="connsiteX11" fmla="*/ 147224 w 155668"/>
                <a:gd name="connsiteY11" fmla="*/ 51747 h 240945"/>
                <a:gd name="connsiteX12" fmla="*/ 111076 w 155668"/>
                <a:gd name="connsiteY12" fmla="*/ 19343 h 240945"/>
                <a:gd name="connsiteX13" fmla="*/ 83191 w 155668"/>
                <a:gd name="connsiteY13" fmla="*/ -22 h 240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668" h="240945">
                  <a:moveTo>
                    <a:pt x="83191" y="-22"/>
                  </a:moveTo>
                  <a:cubicBezTo>
                    <a:pt x="72760" y="533"/>
                    <a:pt x="62548" y="3115"/>
                    <a:pt x="53111" y="7595"/>
                  </a:cubicBezTo>
                  <a:cubicBezTo>
                    <a:pt x="36444" y="12462"/>
                    <a:pt x="21495" y="21951"/>
                    <a:pt x="9992" y="34964"/>
                  </a:cubicBezTo>
                  <a:cubicBezTo>
                    <a:pt x="-5500" y="56136"/>
                    <a:pt x="-207" y="85700"/>
                    <a:pt x="6893" y="111003"/>
                  </a:cubicBezTo>
                  <a:cubicBezTo>
                    <a:pt x="13168" y="136732"/>
                    <a:pt x="22799" y="161519"/>
                    <a:pt x="35553" y="184718"/>
                  </a:cubicBezTo>
                  <a:cubicBezTo>
                    <a:pt x="48399" y="208072"/>
                    <a:pt x="68151" y="226869"/>
                    <a:pt x="92099" y="238553"/>
                  </a:cubicBezTo>
                  <a:cubicBezTo>
                    <a:pt x="95326" y="240321"/>
                    <a:pt x="99006" y="241134"/>
                    <a:pt x="102685" y="240876"/>
                  </a:cubicBezTo>
                  <a:cubicBezTo>
                    <a:pt x="108339" y="239353"/>
                    <a:pt x="113051" y="235442"/>
                    <a:pt x="115595" y="230161"/>
                  </a:cubicBezTo>
                  <a:cubicBezTo>
                    <a:pt x="128182" y="209712"/>
                    <a:pt x="133242" y="185519"/>
                    <a:pt x="129925" y="161739"/>
                  </a:cubicBezTo>
                  <a:cubicBezTo>
                    <a:pt x="127278" y="151979"/>
                    <a:pt x="127278" y="141677"/>
                    <a:pt x="129925" y="131917"/>
                  </a:cubicBezTo>
                  <a:cubicBezTo>
                    <a:pt x="133785" y="125113"/>
                    <a:pt x="138613" y="118891"/>
                    <a:pt x="144255" y="113456"/>
                  </a:cubicBezTo>
                  <a:cubicBezTo>
                    <a:pt x="158236" y="95602"/>
                    <a:pt x="159424" y="70866"/>
                    <a:pt x="147224" y="51747"/>
                  </a:cubicBezTo>
                  <a:cubicBezTo>
                    <a:pt x="137800" y="37546"/>
                    <a:pt x="121404" y="31608"/>
                    <a:pt x="111076" y="19343"/>
                  </a:cubicBezTo>
                  <a:cubicBezTo>
                    <a:pt x="101910" y="9531"/>
                    <a:pt x="99070" y="-22"/>
                    <a:pt x="83191" y="-22"/>
                  </a:cubicBezTo>
                  <a:close/>
                </a:path>
              </a:pathLst>
            </a:custGeom>
            <a:solidFill>
              <a:srgbClr val="2399F3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22A4E440-AA18-43B5-A609-B66966939361}"/>
                </a:ext>
              </a:extLst>
            </p:cNvPr>
            <p:cNvSpPr/>
            <p:nvPr/>
          </p:nvSpPr>
          <p:spPr>
            <a:xfrm>
              <a:off x="1881263" y="5613784"/>
              <a:ext cx="116076" cy="126356"/>
            </a:xfrm>
            <a:custGeom>
              <a:avLst/>
              <a:gdLst>
                <a:gd name="connsiteX0" fmla="*/ 12654 w 116076"/>
                <a:gd name="connsiteY0" fmla="*/ 65400 h 126356"/>
                <a:gd name="connsiteX1" fmla="*/ 518 w 116076"/>
                <a:gd name="connsiteY1" fmla="*/ 82699 h 126356"/>
                <a:gd name="connsiteX2" fmla="*/ 1551 w 116076"/>
                <a:gd name="connsiteY2" fmla="*/ 96642 h 126356"/>
                <a:gd name="connsiteX3" fmla="*/ 19109 w 116076"/>
                <a:gd name="connsiteY3" fmla="*/ 119105 h 126356"/>
                <a:gd name="connsiteX4" fmla="*/ 38215 w 116076"/>
                <a:gd name="connsiteY4" fmla="*/ 126334 h 126356"/>
                <a:gd name="connsiteX5" fmla="*/ 52932 w 116076"/>
                <a:gd name="connsiteY5" fmla="*/ 121945 h 126356"/>
                <a:gd name="connsiteX6" fmla="*/ 100312 w 116076"/>
                <a:gd name="connsiteY6" fmla="*/ 89800 h 126356"/>
                <a:gd name="connsiteX7" fmla="*/ 115804 w 116076"/>
                <a:gd name="connsiteY7" fmla="*/ 65916 h 126356"/>
                <a:gd name="connsiteX8" fmla="*/ 114383 w 116076"/>
                <a:gd name="connsiteY8" fmla="*/ 48746 h 126356"/>
                <a:gd name="connsiteX9" fmla="*/ 110510 w 116076"/>
                <a:gd name="connsiteY9" fmla="*/ 32221 h 126356"/>
                <a:gd name="connsiteX10" fmla="*/ 108187 w 116076"/>
                <a:gd name="connsiteY10" fmla="*/ 25508 h 126356"/>
                <a:gd name="connsiteX11" fmla="*/ 103410 w 116076"/>
                <a:gd name="connsiteY11" fmla="*/ 19828 h 126356"/>
                <a:gd name="connsiteX12" fmla="*/ 77590 w 116076"/>
                <a:gd name="connsiteY12" fmla="*/ 1109 h 126356"/>
                <a:gd name="connsiteX13" fmla="*/ 60291 w 116076"/>
                <a:gd name="connsiteY13" fmla="*/ 9371 h 126356"/>
                <a:gd name="connsiteX14" fmla="*/ 12654 w 116076"/>
                <a:gd name="connsiteY14" fmla="*/ 65400 h 126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076" h="126356">
                  <a:moveTo>
                    <a:pt x="12654" y="65400"/>
                  </a:moveTo>
                  <a:cubicBezTo>
                    <a:pt x="7089" y="69931"/>
                    <a:pt x="2881" y="75921"/>
                    <a:pt x="518" y="82699"/>
                  </a:cubicBezTo>
                  <a:cubicBezTo>
                    <a:pt x="-502" y="87347"/>
                    <a:pt x="-140" y="92188"/>
                    <a:pt x="1551" y="96642"/>
                  </a:cubicBezTo>
                  <a:cubicBezTo>
                    <a:pt x="4985" y="105743"/>
                    <a:pt x="11104" y="113579"/>
                    <a:pt x="19109" y="119105"/>
                  </a:cubicBezTo>
                  <a:cubicBezTo>
                    <a:pt x="24544" y="123494"/>
                    <a:pt x="31231" y="126025"/>
                    <a:pt x="38215" y="126334"/>
                  </a:cubicBezTo>
                  <a:cubicBezTo>
                    <a:pt x="43366" y="125909"/>
                    <a:pt x="48388" y="124411"/>
                    <a:pt x="52932" y="121945"/>
                  </a:cubicBezTo>
                  <a:cubicBezTo>
                    <a:pt x="70348" y="113838"/>
                    <a:pt x="86343" y="102981"/>
                    <a:pt x="100312" y="89800"/>
                  </a:cubicBezTo>
                  <a:cubicBezTo>
                    <a:pt x="107967" y="83758"/>
                    <a:pt x="113415" y="75366"/>
                    <a:pt x="115804" y="65916"/>
                  </a:cubicBezTo>
                  <a:cubicBezTo>
                    <a:pt x="116359" y="60158"/>
                    <a:pt x="115881" y="54336"/>
                    <a:pt x="114383" y="48746"/>
                  </a:cubicBezTo>
                  <a:cubicBezTo>
                    <a:pt x="113221" y="43195"/>
                    <a:pt x="111801" y="37773"/>
                    <a:pt x="110510" y="32221"/>
                  </a:cubicBezTo>
                  <a:cubicBezTo>
                    <a:pt x="110072" y="29885"/>
                    <a:pt x="109284" y="27626"/>
                    <a:pt x="108187" y="25508"/>
                  </a:cubicBezTo>
                  <a:cubicBezTo>
                    <a:pt x="106883" y="23391"/>
                    <a:pt x="105282" y="21468"/>
                    <a:pt x="103410" y="19828"/>
                  </a:cubicBezTo>
                  <a:cubicBezTo>
                    <a:pt x="96219" y="11837"/>
                    <a:pt x="87428" y="5459"/>
                    <a:pt x="77590" y="1109"/>
                  </a:cubicBezTo>
                  <a:cubicBezTo>
                    <a:pt x="68424" y="-2248"/>
                    <a:pt x="65455" y="2271"/>
                    <a:pt x="60291" y="9371"/>
                  </a:cubicBezTo>
                  <a:cubicBezTo>
                    <a:pt x="45896" y="29265"/>
                    <a:pt x="29966" y="47997"/>
                    <a:pt x="12654" y="65400"/>
                  </a:cubicBezTo>
                  <a:close/>
                </a:path>
              </a:pathLst>
            </a:custGeom>
            <a:solidFill>
              <a:srgbClr val="F3BD8F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CFE94B47-A42C-49AD-BB5C-283144AA9BC6}"/>
                </a:ext>
              </a:extLst>
            </p:cNvPr>
            <p:cNvSpPr/>
            <p:nvPr/>
          </p:nvSpPr>
          <p:spPr>
            <a:xfrm>
              <a:off x="1923690" y="4757699"/>
              <a:ext cx="579096" cy="950553"/>
            </a:xfrm>
            <a:custGeom>
              <a:avLst/>
              <a:gdLst>
                <a:gd name="connsiteX0" fmla="*/ 577636 w 579096"/>
                <a:gd name="connsiteY0" fmla="*/ 71757 h 950553"/>
                <a:gd name="connsiteX1" fmla="*/ 507019 w 579096"/>
                <a:gd name="connsiteY1" fmla="*/ 365844 h 950553"/>
                <a:gd name="connsiteX2" fmla="*/ 362299 w 579096"/>
                <a:gd name="connsiteY2" fmla="*/ 703825 h 950553"/>
                <a:gd name="connsiteX3" fmla="*/ 189694 w 579096"/>
                <a:gd name="connsiteY3" fmla="*/ 878624 h 950553"/>
                <a:gd name="connsiteX4" fmla="*/ 58917 w 579096"/>
                <a:gd name="connsiteY4" fmla="*/ 950532 h 950553"/>
                <a:gd name="connsiteX5" fmla="*/ 7278 w 579096"/>
                <a:gd name="connsiteY5" fmla="*/ 898893 h 950553"/>
                <a:gd name="connsiteX6" fmla="*/ 5470 w 579096"/>
                <a:gd name="connsiteY6" fmla="*/ 895924 h 950553"/>
                <a:gd name="connsiteX7" fmla="*/ 17347 w 579096"/>
                <a:gd name="connsiteY7" fmla="*/ 817431 h 950553"/>
                <a:gd name="connsiteX8" fmla="*/ 189694 w 579096"/>
                <a:gd name="connsiteY8" fmla="*/ 523732 h 950553"/>
                <a:gd name="connsiteX9" fmla="*/ 215514 w 579096"/>
                <a:gd name="connsiteY9" fmla="*/ 477773 h 950553"/>
                <a:gd name="connsiteX10" fmla="*/ 223905 w 579096"/>
                <a:gd name="connsiteY10" fmla="*/ 430393 h 950553"/>
                <a:gd name="connsiteX11" fmla="*/ 234233 w 579096"/>
                <a:gd name="connsiteY11" fmla="*/ 365844 h 950553"/>
                <a:gd name="connsiteX12" fmla="*/ 300848 w 579096"/>
                <a:gd name="connsiteY12" fmla="*/ 137081 h 950553"/>
                <a:gd name="connsiteX13" fmla="*/ 336479 w 579096"/>
                <a:gd name="connsiteY13" fmla="*/ 63366 h 950553"/>
                <a:gd name="connsiteX14" fmla="*/ 464287 w 579096"/>
                <a:gd name="connsiteY14" fmla="*/ 7079 h 950553"/>
                <a:gd name="connsiteX15" fmla="*/ 577636 w 579096"/>
                <a:gd name="connsiteY15" fmla="*/ 71757 h 950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79096" h="950553">
                  <a:moveTo>
                    <a:pt x="577636" y="71757"/>
                  </a:moveTo>
                  <a:cubicBezTo>
                    <a:pt x="568470" y="145602"/>
                    <a:pt x="527416" y="293936"/>
                    <a:pt x="507019" y="365844"/>
                  </a:cubicBezTo>
                  <a:cubicBezTo>
                    <a:pt x="466611" y="507853"/>
                    <a:pt x="453830" y="587507"/>
                    <a:pt x="362299" y="703825"/>
                  </a:cubicBezTo>
                  <a:cubicBezTo>
                    <a:pt x="311473" y="768348"/>
                    <a:pt x="253572" y="826984"/>
                    <a:pt x="189694" y="878624"/>
                  </a:cubicBezTo>
                  <a:cubicBezTo>
                    <a:pt x="150965" y="909995"/>
                    <a:pt x="107846" y="939430"/>
                    <a:pt x="58917" y="950532"/>
                  </a:cubicBezTo>
                  <a:cubicBezTo>
                    <a:pt x="48073" y="928327"/>
                    <a:pt x="20187" y="919419"/>
                    <a:pt x="7278" y="898893"/>
                  </a:cubicBezTo>
                  <a:cubicBezTo>
                    <a:pt x="6632" y="897860"/>
                    <a:pt x="6116" y="896827"/>
                    <a:pt x="5470" y="895924"/>
                  </a:cubicBezTo>
                  <a:cubicBezTo>
                    <a:pt x="-7440" y="871653"/>
                    <a:pt x="4696" y="841960"/>
                    <a:pt x="17347" y="817431"/>
                  </a:cubicBezTo>
                  <a:cubicBezTo>
                    <a:pt x="69284" y="716399"/>
                    <a:pt x="126823" y="618348"/>
                    <a:pt x="189694" y="523732"/>
                  </a:cubicBezTo>
                  <a:cubicBezTo>
                    <a:pt x="200216" y="509570"/>
                    <a:pt x="208891" y="494129"/>
                    <a:pt x="215514" y="477773"/>
                  </a:cubicBezTo>
                  <a:cubicBezTo>
                    <a:pt x="220058" y="462345"/>
                    <a:pt x="222873" y="446453"/>
                    <a:pt x="223905" y="430393"/>
                  </a:cubicBezTo>
                  <a:cubicBezTo>
                    <a:pt x="226487" y="408576"/>
                    <a:pt x="229973" y="387016"/>
                    <a:pt x="234233" y="365844"/>
                  </a:cubicBezTo>
                  <a:cubicBezTo>
                    <a:pt x="251507" y="288243"/>
                    <a:pt x="273750" y="211829"/>
                    <a:pt x="300848" y="137081"/>
                  </a:cubicBezTo>
                  <a:cubicBezTo>
                    <a:pt x="308103" y="110538"/>
                    <a:pt x="320187" y="85545"/>
                    <a:pt x="336479" y="63366"/>
                  </a:cubicBezTo>
                  <a:cubicBezTo>
                    <a:pt x="367076" y="26960"/>
                    <a:pt x="417166" y="13792"/>
                    <a:pt x="464287" y="7079"/>
                  </a:cubicBezTo>
                  <a:cubicBezTo>
                    <a:pt x="536841" y="-3636"/>
                    <a:pt x="588351" y="-14223"/>
                    <a:pt x="577636" y="71757"/>
                  </a:cubicBezTo>
                  <a:close/>
                </a:path>
              </a:pathLst>
            </a:custGeom>
            <a:solidFill>
              <a:srgbClr val="3E3E54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728EA481-4194-4F84-A78C-E989776724F7}"/>
                </a:ext>
              </a:extLst>
            </p:cNvPr>
            <p:cNvSpPr/>
            <p:nvPr/>
          </p:nvSpPr>
          <p:spPr>
            <a:xfrm>
              <a:off x="1288914" y="4942608"/>
              <a:ext cx="173213" cy="220058"/>
            </a:xfrm>
            <a:custGeom>
              <a:avLst/>
              <a:gdLst>
                <a:gd name="connsiteX0" fmla="*/ 158451 w 173213"/>
                <a:gd name="connsiteY0" fmla="*/ 21241 h 220058"/>
                <a:gd name="connsiteX1" fmla="*/ 130436 w 173213"/>
                <a:gd name="connsiteY1" fmla="*/ 7685 h 220058"/>
                <a:gd name="connsiteX2" fmla="*/ 79830 w 173213"/>
                <a:gd name="connsiteY2" fmla="*/ 972 h 220058"/>
                <a:gd name="connsiteX3" fmla="*/ 28190 w 173213"/>
                <a:gd name="connsiteY3" fmla="*/ 57259 h 220058"/>
                <a:gd name="connsiteX4" fmla="*/ 2370 w 173213"/>
                <a:gd name="connsiteY4" fmla="*/ 132136 h 220058"/>
                <a:gd name="connsiteX5" fmla="*/ 11149 w 173213"/>
                <a:gd name="connsiteY5" fmla="*/ 209596 h 220058"/>
                <a:gd name="connsiteX6" fmla="*/ 17733 w 173213"/>
                <a:gd name="connsiteY6" fmla="*/ 218245 h 220058"/>
                <a:gd name="connsiteX7" fmla="*/ 34387 w 173213"/>
                <a:gd name="connsiteY7" fmla="*/ 218245 h 220058"/>
                <a:gd name="connsiteX8" fmla="*/ 89254 w 173213"/>
                <a:gd name="connsiteY8" fmla="*/ 174997 h 220058"/>
                <a:gd name="connsiteX9" fmla="*/ 108102 w 173213"/>
                <a:gd name="connsiteY9" fmla="*/ 151759 h 220058"/>
                <a:gd name="connsiteX10" fmla="*/ 130953 w 173213"/>
                <a:gd name="connsiteY10" fmla="*/ 146854 h 220058"/>
                <a:gd name="connsiteX11" fmla="*/ 172910 w 173213"/>
                <a:gd name="connsiteY11" fmla="*/ 101411 h 220058"/>
                <a:gd name="connsiteX12" fmla="*/ 165938 w 173213"/>
                <a:gd name="connsiteY12" fmla="*/ 53386 h 220058"/>
                <a:gd name="connsiteX13" fmla="*/ 158451 w 173213"/>
                <a:gd name="connsiteY13" fmla="*/ 21241 h 220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3213" h="220058">
                  <a:moveTo>
                    <a:pt x="158451" y="21241"/>
                  </a:moveTo>
                  <a:cubicBezTo>
                    <a:pt x="150111" y="14902"/>
                    <a:pt x="140583" y="10293"/>
                    <a:pt x="130436" y="7685"/>
                  </a:cubicBezTo>
                  <a:cubicBezTo>
                    <a:pt x="114518" y="766"/>
                    <a:pt x="97000" y="-1558"/>
                    <a:pt x="79830" y="972"/>
                  </a:cubicBezTo>
                  <a:cubicBezTo>
                    <a:pt x="54010" y="7298"/>
                    <a:pt x="39551" y="33376"/>
                    <a:pt x="28190" y="57259"/>
                  </a:cubicBezTo>
                  <a:cubicBezTo>
                    <a:pt x="16352" y="80987"/>
                    <a:pt x="7663" y="106162"/>
                    <a:pt x="2370" y="132136"/>
                  </a:cubicBezTo>
                  <a:cubicBezTo>
                    <a:pt x="-2755" y="158240"/>
                    <a:pt x="305" y="185299"/>
                    <a:pt x="11149" y="209596"/>
                  </a:cubicBezTo>
                  <a:cubicBezTo>
                    <a:pt x="12466" y="213056"/>
                    <a:pt x="14751" y="216051"/>
                    <a:pt x="17733" y="218245"/>
                  </a:cubicBezTo>
                  <a:cubicBezTo>
                    <a:pt x="23026" y="220633"/>
                    <a:pt x="29094" y="220633"/>
                    <a:pt x="34387" y="218245"/>
                  </a:cubicBezTo>
                  <a:cubicBezTo>
                    <a:pt x="57147" y="210641"/>
                    <a:pt x="76538" y="195343"/>
                    <a:pt x="89254" y="174997"/>
                  </a:cubicBezTo>
                  <a:cubicBezTo>
                    <a:pt x="93385" y="165728"/>
                    <a:pt x="99892" y="157724"/>
                    <a:pt x="108102" y="151759"/>
                  </a:cubicBezTo>
                  <a:cubicBezTo>
                    <a:pt x="115409" y="148932"/>
                    <a:pt x="123129" y="147280"/>
                    <a:pt x="130953" y="146854"/>
                  </a:cubicBezTo>
                  <a:cubicBezTo>
                    <a:pt x="153132" y="142090"/>
                    <a:pt x="169928" y="123900"/>
                    <a:pt x="172910" y="101411"/>
                  </a:cubicBezTo>
                  <a:cubicBezTo>
                    <a:pt x="174717" y="84499"/>
                    <a:pt x="166326" y="69782"/>
                    <a:pt x="165938" y="53386"/>
                  </a:cubicBezTo>
                  <a:cubicBezTo>
                    <a:pt x="166068" y="40734"/>
                    <a:pt x="170328" y="31568"/>
                    <a:pt x="158451" y="21241"/>
                  </a:cubicBezTo>
                  <a:close/>
                </a:path>
              </a:pathLst>
            </a:custGeom>
            <a:solidFill>
              <a:srgbClr val="2399F3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E444F972-4825-40ED-B4FE-6BC4B1D556EA}"/>
                </a:ext>
              </a:extLst>
            </p:cNvPr>
            <p:cNvSpPr/>
            <p:nvPr/>
          </p:nvSpPr>
          <p:spPr>
            <a:xfrm>
              <a:off x="1808660" y="5667587"/>
              <a:ext cx="155668" cy="240945"/>
            </a:xfrm>
            <a:custGeom>
              <a:avLst/>
              <a:gdLst>
                <a:gd name="connsiteX0" fmla="*/ 83191 w 155668"/>
                <a:gd name="connsiteY0" fmla="*/ -22 h 240945"/>
                <a:gd name="connsiteX1" fmla="*/ 53111 w 155668"/>
                <a:gd name="connsiteY1" fmla="*/ 7595 h 240945"/>
                <a:gd name="connsiteX2" fmla="*/ 9992 w 155668"/>
                <a:gd name="connsiteY2" fmla="*/ 34964 h 240945"/>
                <a:gd name="connsiteX3" fmla="*/ 6893 w 155668"/>
                <a:gd name="connsiteY3" fmla="*/ 111003 h 240945"/>
                <a:gd name="connsiteX4" fmla="*/ 35553 w 155668"/>
                <a:gd name="connsiteY4" fmla="*/ 184718 h 240945"/>
                <a:gd name="connsiteX5" fmla="*/ 92099 w 155668"/>
                <a:gd name="connsiteY5" fmla="*/ 238553 h 240945"/>
                <a:gd name="connsiteX6" fmla="*/ 102685 w 155668"/>
                <a:gd name="connsiteY6" fmla="*/ 240876 h 240945"/>
                <a:gd name="connsiteX7" fmla="*/ 115595 w 155668"/>
                <a:gd name="connsiteY7" fmla="*/ 230161 h 240945"/>
                <a:gd name="connsiteX8" fmla="*/ 129925 w 155668"/>
                <a:gd name="connsiteY8" fmla="*/ 161739 h 240945"/>
                <a:gd name="connsiteX9" fmla="*/ 129925 w 155668"/>
                <a:gd name="connsiteY9" fmla="*/ 131917 h 240945"/>
                <a:gd name="connsiteX10" fmla="*/ 144255 w 155668"/>
                <a:gd name="connsiteY10" fmla="*/ 113456 h 240945"/>
                <a:gd name="connsiteX11" fmla="*/ 147224 w 155668"/>
                <a:gd name="connsiteY11" fmla="*/ 51747 h 240945"/>
                <a:gd name="connsiteX12" fmla="*/ 111076 w 155668"/>
                <a:gd name="connsiteY12" fmla="*/ 19343 h 240945"/>
                <a:gd name="connsiteX13" fmla="*/ 83191 w 155668"/>
                <a:gd name="connsiteY13" fmla="*/ -22 h 240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668" h="240945">
                  <a:moveTo>
                    <a:pt x="83191" y="-22"/>
                  </a:moveTo>
                  <a:cubicBezTo>
                    <a:pt x="72760" y="533"/>
                    <a:pt x="62548" y="3115"/>
                    <a:pt x="53111" y="7595"/>
                  </a:cubicBezTo>
                  <a:cubicBezTo>
                    <a:pt x="36444" y="12462"/>
                    <a:pt x="21495" y="21951"/>
                    <a:pt x="9992" y="34964"/>
                  </a:cubicBezTo>
                  <a:cubicBezTo>
                    <a:pt x="-5500" y="56136"/>
                    <a:pt x="-207" y="85700"/>
                    <a:pt x="6893" y="111003"/>
                  </a:cubicBezTo>
                  <a:cubicBezTo>
                    <a:pt x="13168" y="136732"/>
                    <a:pt x="22799" y="161519"/>
                    <a:pt x="35553" y="184718"/>
                  </a:cubicBezTo>
                  <a:cubicBezTo>
                    <a:pt x="48399" y="208072"/>
                    <a:pt x="68151" y="226869"/>
                    <a:pt x="92099" y="238553"/>
                  </a:cubicBezTo>
                  <a:cubicBezTo>
                    <a:pt x="95326" y="240321"/>
                    <a:pt x="99006" y="241134"/>
                    <a:pt x="102685" y="240876"/>
                  </a:cubicBezTo>
                  <a:cubicBezTo>
                    <a:pt x="108339" y="239353"/>
                    <a:pt x="113051" y="235442"/>
                    <a:pt x="115595" y="230161"/>
                  </a:cubicBezTo>
                  <a:cubicBezTo>
                    <a:pt x="128182" y="209712"/>
                    <a:pt x="133242" y="185519"/>
                    <a:pt x="129925" y="161739"/>
                  </a:cubicBezTo>
                  <a:cubicBezTo>
                    <a:pt x="127278" y="151979"/>
                    <a:pt x="127278" y="141677"/>
                    <a:pt x="129925" y="131917"/>
                  </a:cubicBezTo>
                  <a:cubicBezTo>
                    <a:pt x="133785" y="125113"/>
                    <a:pt x="138613" y="118891"/>
                    <a:pt x="144255" y="113456"/>
                  </a:cubicBezTo>
                  <a:cubicBezTo>
                    <a:pt x="158236" y="95602"/>
                    <a:pt x="159424" y="70866"/>
                    <a:pt x="147224" y="51747"/>
                  </a:cubicBezTo>
                  <a:cubicBezTo>
                    <a:pt x="137800" y="37546"/>
                    <a:pt x="121404" y="31608"/>
                    <a:pt x="111076" y="19343"/>
                  </a:cubicBezTo>
                  <a:cubicBezTo>
                    <a:pt x="101910" y="9531"/>
                    <a:pt x="99070" y="-22"/>
                    <a:pt x="83191" y="-22"/>
                  </a:cubicBezTo>
                  <a:close/>
                </a:path>
              </a:pathLst>
            </a:custGeom>
            <a:solidFill>
              <a:srgbClr val="000000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76D0B250-FF8A-46E3-9FB4-81FD00B30903}"/>
                </a:ext>
              </a:extLst>
            </p:cNvPr>
            <p:cNvSpPr/>
            <p:nvPr/>
          </p:nvSpPr>
          <p:spPr>
            <a:xfrm>
              <a:off x="1288914" y="4942608"/>
              <a:ext cx="173213" cy="220058"/>
            </a:xfrm>
            <a:custGeom>
              <a:avLst/>
              <a:gdLst>
                <a:gd name="connsiteX0" fmla="*/ 158451 w 173213"/>
                <a:gd name="connsiteY0" fmla="*/ 21241 h 220058"/>
                <a:gd name="connsiteX1" fmla="*/ 130436 w 173213"/>
                <a:gd name="connsiteY1" fmla="*/ 7685 h 220058"/>
                <a:gd name="connsiteX2" fmla="*/ 79830 w 173213"/>
                <a:gd name="connsiteY2" fmla="*/ 972 h 220058"/>
                <a:gd name="connsiteX3" fmla="*/ 28190 w 173213"/>
                <a:gd name="connsiteY3" fmla="*/ 57259 h 220058"/>
                <a:gd name="connsiteX4" fmla="*/ 2370 w 173213"/>
                <a:gd name="connsiteY4" fmla="*/ 132136 h 220058"/>
                <a:gd name="connsiteX5" fmla="*/ 11149 w 173213"/>
                <a:gd name="connsiteY5" fmla="*/ 209596 h 220058"/>
                <a:gd name="connsiteX6" fmla="*/ 17733 w 173213"/>
                <a:gd name="connsiteY6" fmla="*/ 218245 h 220058"/>
                <a:gd name="connsiteX7" fmla="*/ 34387 w 173213"/>
                <a:gd name="connsiteY7" fmla="*/ 218245 h 220058"/>
                <a:gd name="connsiteX8" fmla="*/ 89254 w 173213"/>
                <a:gd name="connsiteY8" fmla="*/ 174997 h 220058"/>
                <a:gd name="connsiteX9" fmla="*/ 108102 w 173213"/>
                <a:gd name="connsiteY9" fmla="*/ 151759 h 220058"/>
                <a:gd name="connsiteX10" fmla="*/ 130953 w 173213"/>
                <a:gd name="connsiteY10" fmla="*/ 146854 h 220058"/>
                <a:gd name="connsiteX11" fmla="*/ 172910 w 173213"/>
                <a:gd name="connsiteY11" fmla="*/ 101411 h 220058"/>
                <a:gd name="connsiteX12" fmla="*/ 165938 w 173213"/>
                <a:gd name="connsiteY12" fmla="*/ 53386 h 220058"/>
                <a:gd name="connsiteX13" fmla="*/ 158451 w 173213"/>
                <a:gd name="connsiteY13" fmla="*/ 21241 h 220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3213" h="220058">
                  <a:moveTo>
                    <a:pt x="158451" y="21241"/>
                  </a:moveTo>
                  <a:cubicBezTo>
                    <a:pt x="150111" y="14902"/>
                    <a:pt x="140583" y="10293"/>
                    <a:pt x="130436" y="7685"/>
                  </a:cubicBezTo>
                  <a:cubicBezTo>
                    <a:pt x="114518" y="766"/>
                    <a:pt x="97000" y="-1558"/>
                    <a:pt x="79830" y="972"/>
                  </a:cubicBezTo>
                  <a:cubicBezTo>
                    <a:pt x="54010" y="7298"/>
                    <a:pt x="39551" y="33376"/>
                    <a:pt x="28190" y="57259"/>
                  </a:cubicBezTo>
                  <a:cubicBezTo>
                    <a:pt x="16352" y="80987"/>
                    <a:pt x="7663" y="106162"/>
                    <a:pt x="2370" y="132136"/>
                  </a:cubicBezTo>
                  <a:cubicBezTo>
                    <a:pt x="-2755" y="158240"/>
                    <a:pt x="305" y="185299"/>
                    <a:pt x="11149" y="209596"/>
                  </a:cubicBezTo>
                  <a:cubicBezTo>
                    <a:pt x="12466" y="213056"/>
                    <a:pt x="14751" y="216051"/>
                    <a:pt x="17733" y="218245"/>
                  </a:cubicBezTo>
                  <a:cubicBezTo>
                    <a:pt x="23026" y="220633"/>
                    <a:pt x="29094" y="220633"/>
                    <a:pt x="34387" y="218245"/>
                  </a:cubicBezTo>
                  <a:cubicBezTo>
                    <a:pt x="57147" y="210641"/>
                    <a:pt x="76538" y="195343"/>
                    <a:pt x="89254" y="174997"/>
                  </a:cubicBezTo>
                  <a:cubicBezTo>
                    <a:pt x="93385" y="165728"/>
                    <a:pt x="99892" y="157724"/>
                    <a:pt x="108102" y="151759"/>
                  </a:cubicBezTo>
                  <a:cubicBezTo>
                    <a:pt x="115409" y="148932"/>
                    <a:pt x="123129" y="147280"/>
                    <a:pt x="130953" y="146854"/>
                  </a:cubicBezTo>
                  <a:cubicBezTo>
                    <a:pt x="153132" y="142090"/>
                    <a:pt x="169928" y="123900"/>
                    <a:pt x="172910" y="101411"/>
                  </a:cubicBezTo>
                  <a:cubicBezTo>
                    <a:pt x="174717" y="84499"/>
                    <a:pt x="166326" y="69782"/>
                    <a:pt x="165938" y="53386"/>
                  </a:cubicBezTo>
                  <a:cubicBezTo>
                    <a:pt x="166068" y="40734"/>
                    <a:pt x="170328" y="31568"/>
                    <a:pt x="158451" y="21241"/>
                  </a:cubicBezTo>
                  <a:close/>
                </a:path>
              </a:pathLst>
            </a:custGeom>
            <a:solidFill>
              <a:srgbClr val="000000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763CE3ED-E110-4B9C-B7F0-8BF997869E93}"/>
                </a:ext>
              </a:extLst>
            </p:cNvPr>
            <p:cNvSpPr/>
            <p:nvPr/>
          </p:nvSpPr>
          <p:spPr>
            <a:xfrm>
              <a:off x="1416459" y="4987226"/>
              <a:ext cx="131181" cy="84270"/>
            </a:xfrm>
            <a:custGeom>
              <a:avLst/>
              <a:gdLst>
                <a:gd name="connsiteX0" fmla="*/ 36973 w 131181"/>
                <a:gd name="connsiteY0" fmla="*/ 634 h 84270"/>
                <a:gd name="connsiteX1" fmla="*/ 15930 w 131181"/>
                <a:gd name="connsiteY1" fmla="*/ 2442 h 84270"/>
                <a:gd name="connsiteX2" fmla="*/ 5861 w 131181"/>
                <a:gd name="connsiteY2" fmla="*/ 12382 h 84270"/>
                <a:gd name="connsiteX3" fmla="*/ 180 w 131181"/>
                <a:gd name="connsiteY3" fmla="*/ 40139 h 84270"/>
                <a:gd name="connsiteX4" fmla="*/ 7022 w 131181"/>
                <a:gd name="connsiteY4" fmla="*/ 59503 h 84270"/>
                <a:gd name="connsiteX5" fmla="*/ 19932 w 131181"/>
                <a:gd name="connsiteY5" fmla="*/ 67895 h 84270"/>
                <a:gd name="connsiteX6" fmla="*/ 75058 w 131181"/>
                <a:gd name="connsiteY6" fmla="*/ 83387 h 84270"/>
                <a:gd name="connsiteX7" fmla="*/ 103330 w 131181"/>
                <a:gd name="connsiteY7" fmla="*/ 79643 h 84270"/>
                <a:gd name="connsiteX8" fmla="*/ 115466 w 131181"/>
                <a:gd name="connsiteY8" fmla="*/ 67637 h 84270"/>
                <a:gd name="connsiteX9" fmla="*/ 125535 w 131181"/>
                <a:gd name="connsiteY9" fmla="*/ 53952 h 84270"/>
                <a:gd name="connsiteX10" fmla="*/ 128892 w 131181"/>
                <a:gd name="connsiteY10" fmla="*/ 47755 h 84270"/>
                <a:gd name="connsiteX11" fmla="*/ 130054 w 131181"/>
                <a:gd name="connsiteY11" fmla="*/ 40397 h 84270"/>
                <a:gd name="connsiteX12" fmla="*/ 128892 w 131181"/>
                <a:gd name="connsiteY12" fmla="*/ 9026 h 84270"/>
                <a:gd name="connsiteX13" fmla="*/ 111334 w 131181"/>
                <a:gd name="connsiteY13" fmla="*/ 1151 h 84270"/>
                <a:gd name="connsiteX14" fmla="*/ 36973 w 131181"/>
                <a:gd name="connsiteY14" fmla="*/ 634 h 84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1181" h="84270">
                  <a:moveTo>
                    <a:pt x="36973" y="634"/>
                  </a:moveTo>
                  <a:cubicBezTo>
                    <a:pt x="29925" y="-657"/>
                    <a:pt x="22656" y="-37"/>
                    <a:pt x="15930" y="2442"/>
                  </a:cubicBezTo>
                  <a:cubicBezTo>
                    <a:pt x="11709" y="4753"/>
                    <a:pt x="8223" y="8200"/>
                    <a:pt x="5861" y="12382"/>
                  </a:cubicBezTo>
                  <a:cubicBezTo>
                    <a:pt x="1213" y="20851"/>
                    <a:pt x="-762" y="30521"/>
                    <a:pt x="180" y="40139"/>
                  </a:cubicBezTo>
                  <a:cubicBezTo>
                    <a:pt x="297" y="47161"/>
                    <a:pt x="2698" y="53965"/>
                    <a:pt x="7022" y="59503"/>
                  </a:cubicBezTo>
                  <a:cubicBezTo>
                    <a:pt x="10663" y="63209"/>
                    <a:pt x="15065" y="66075"/>
                    <a:pt x="19932" y="67895"/>
                  </a:cubicBezTo>
                  <a:cubicBezTo>
                    <a:pt x="37387" y="75925"/>
                    <a:pt x="55990" y="81153"/>
                    <a:pt x="75058" y="83387"/>
                  </a:cubicBezTo>
                  <a:cubicBezTo>
                    <a:pt x="84637" y="85310"/>
                    <a:pt x="94577" y="83994"/>
                    <a:pt x="103330" y="79643"/>
                  </a:cubicBezTo>
                  <a:cubicBezTo>
                    <a:pt x="108081" y="76428"/>
                    <a:pt x="112199" y="72349"/>
                    <a:pt x="115466" y="67637"/>
                  </a:cubicBezTo>
                  <a:cubicBezTo>
                    <a:pt x="118951" y="63118"/>
                    <a:pt x="122179" y="58600"/>
                    <a:pt x="125535" y="53952"/>
                  </a:cubicBezTo>
                  <a:cubicBezTo>
                    <a:pt x="126904" y="52028"/>
                    <a:pt x="128027" y="49950"/>
                    <a:pt x="128892" y="47755"/>
                  </a:cubicBezTo>
                  <a:cubicBezTo>
                    <a:pt x="129602" y="45367"/>
                    <a:pt x="129989" y="42888"/>
                    <a:pt x="130054" y="40397"/>
                  </a:cubicBezTo>
                  <a:cubicBezTo>
                    <a:pt x="131809" y="29966"/>
                    <a:pt x="131422" y="19289"/>
                    <a:pt x="128892" y="9026"/>
                  </a:cubicBezTo>
                  <a:cubicBezTo>
                    <a:pt x="125535" y="-11"/>
                    <a:pt x="120113" y="505"/>
                    <a:pt x="111334" y="1151"/>
                  </a:cubicBezTo>
                  <a:cubicBezTo>
                    <a:pt x="86573" y="2945"/>
                    <a:pt x="61709" y="2777"/>
                    <a:pt x="36973" y="634"/>
                  </a:cubicBezTo>
                  <a:close/>
                </a:path>
              </a:pathLst>
            </a:custGeom>
            <a:solidFill>
              <a:srgbClr val="F3BD8F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DF4DAFEC-4C57-416E-BAAA-33E30C7699B5}"/>
                </a:ext>
              </a:extLst>
            </p:cNvPr>
            <p:cNvSpPr/>
            <p:nvPr/>
          </p:nvSpPr>
          <p:spPr>
            <a:xfrm>
              <a:off x="1487385" y="4619134"/>
              <a:ext cx="860879" cy="557169"/>
            </a:xfrm>
            <a:custGeom>
              <a:avLst/>
              <a:gdLst>
                <a:gd name="connsiteX0" fmla="*/ 860830 w 860879"/>
                <a:gd name="connsiteY0" fmla="*/ 237692 h 557169"/>
                <a:gd name="connsiteX1" fmla="*/ 844822 w 860879"/>
                <a:gd name="connsiteY1" fmla="*/ 262221 h 557169"/>
                <a:gd name="connsiteX2" fmla="*/ 659695 w 860879"/>
                <a:gd name="connsiteY2" fmla="*/ 506346 h 557169"/>
                <a:gd name="connsiteX3" fmla="*/ 597856 w 860879"/>
                <a:gd name="connsiteY3" fmla="*/ 552047 h 557169"/>
                <a:gd name="connsiteX4" fmla="*/ 252905 w 860879"/>
                <a:gd name="connsiteY4" fmla="*/ 556049 h 557169"/>
                <a:gd name="connsiteX5" fmla="*/ 24658 w 860879"/>
                <a:gd name="connsiteY5" fmla="*/ 507250 h 557169"/>
                <a:gd name="connsiteX6" fmla="*/ 3873 w 860879"/>
                <a:gd name="connsiteY6" fmla="*/ 486852 h 557169"/>
                <a:gd name="connsiteX7" fmla="*/ 1549 w 860879"/>
                <a:gd name="connsiteY7" fmla="*/ 451092 h 557169"/>
                <a:gd name="connsiteX8" fmla="*/ 17299 w 860879"/>
                <a:gd name="connsiteY8" fmla="*/ 386543 h 557169"/>
                <a:gd name="connsiteX9" fmla="*/ 42086 w 860879"/>
                <a:gd name="connsiteY9" fmla="*/ 353752 h 557169"/>
                <a:gd name="connsiteX10" fmla="*/ 135683 w 860879"/>
                <a:gd name="connsiteY10" fmla="*/ 335420 h 557169"/>
                <a:gd name="connsiteX11" fmla="*/ 483087 w 860879"/>
                <a:gd name="connsiteY11" fmla="*/ 323413 h 557169"/>
                <a:gd name="connsiteX12" fmla="*/ 504131 w 860879"/>
                <a:gd name="connsiteY12" fmla="*/ 317604 h 557169"/>
                <a:gd name="connsiteX13" fmla="*/ 517040 w 860879"/>
                <a:gd name="connsiteY13" fmla="*/ 293075 h 557169"/>
                <a:gd name="connsiteX14" fmla="*/ 573198 w 860879"/>
                <a:gd name="connsiteY14" fmla="*/ 131831 h 557169"/>
                <a:gd name="connsiteX15" fmla="*/ 644590 w 860879"/>
                <a:gd name="connsiteY15" fmla="*/ 1054 h 557169"/>
                <a:gd name="connsiteX16" fmla="*/ 647043 w 860879"/>
                <a:gd name="connsiteY16" fmla="*/ 409 h 557169"/>
                <a:gd name="connsiteX17" fmla="*/ 760392 w 860879"/>
                <a:gd name="connsiteY17" fmla="*/ 92972 h 557169"/>
                <a:gd name="connsiteX18" fmla="*/ 852052 w 860879"/>
                <a:gd name="connsiteY18" fmla="*/ 213292 h 557169"/>
                <a:gd name="connsiteX19" fmla="*/ 860830 w 860879"/>
                <a:gd name="connsiteY19" fmla="*/ 237692 h 55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60879" h="557169">
                  <a:moveTo>
                    <a:pt x="860830" y="237692"/>
                  </a:moveTo>
                  <a:cubicBezTo>
                    <a:pt x="858597" y="247516"/>
                    <a:pt x="852917" y="256217"/>
                    <a:pt x="844822" y="262221"/>
                  </a:cubicBezTo>
                  <a:cubicBezTo>
                    <a:pt x="766072" y="335678"/>
                    <a:pt x="738316" y="432889"/>
                    <a:pt x="659695" y="506346"/>
                  </a:cubicBezTo>
                  <a:cubicBezTo>
                    <a:pt x="641827" y="524975"/>
                    <a:pt x="620913" y="540441"/>
                    <a:pt x="597856" y="552047"/>
                  </a:cubicBezTo>
                  <a:cubicBezTo>
                    <a:pt x="578879" y="560310"/>
                    <a:pt x="330880" y="556049"/>
                    <a:pt x="252905" y="556049"/>
                  </a:cubicBezTo>
                  <a:cubicBezTo>
                    <a:pt x="174929" y="556049"/>
                    <a:pt x="91015" y="549982"/>
                    <a:pt x="24658" y="507250"/>
                  </a:cubicBezTo>
                  <a:cubicBezTo>
                    <a:pt x="15983" y="502499"/>
                    <a:pt x="8779" y="495437"/>
                    <a:pt x="3873" y="486852"/>
                  </a:cubicBezTo>
                  <a:cubicBezTo>
                    <a:pt x="-387" y="475414"/>
                    <a:pt x="-1201" y="462982"/>
                    <a:pt x="1549" y="451092"/>
                  </a:cubicBezTo>
                  <a:cubicBezTo>
                    <a:pt x="3718" y="428939"/>
                    <a:pt x="9024" y="407211"/>
                    <a:pt x="17299" y="386543"/>
                  </a:cubicBezTo>
                  <a:cubicBezTo>
                    <a:pt x="22670" y="373697"/>
                    <a:pt x="31203" y="362427"/>
                    <a:pt x="42086" y="353752"/>
                  </a:cubicBezTo>
                  <a:cubicBezTo>
                    <a:pt x="67906" y="334000"/>
                    <a:pt x="103279" y="334516"/>
                    <a:pt x="135683" y="335420"/>
                  </a:cubicBezTo>
                  <a:cubicBezTo>
                    <a:pt x="251626" y="338712"/>
                    <a:pt x="367648" y="334710"/>
                    <a:pt x="483087" y="323413"/>
                  </a:cubicBezTo>
                  <a:cubicBezTo>
                    <a:pt x="490498" y="323375"/>
                    <a:pt x="497753" y="321374"/>
                    <a:pt x="504131" y="317604"/>
                  </a:cubicBezTo>
                  <a:cubicBezTo>
                    <a:pt x="511012" y="311072"/>
                    <a:pt x="515556" y="302448"/>
                    <a:pt x="517040" y="293075"/>
                  </a:cubicBezTo>
                  <a:cubicBezTo>
                    <a:pt x="532429" y="238221"/>
                    <a:pt x="551187" y="184374"/>
                    <a:pt x="573198" y="131831"/>
                  </a:cubicBezTo>
                  <a:cubicBezTo>
                    <a:pt x="584946" y="104075"/>
                    <a:pt x="611928" y="11769"/>
                    <a:pt x="644590" y="1054"/>
                  </a:cubicBezTo>
                  <a:lnTo>
                    <a:pt x="647043" y="409"/>
                  </a:lnTo>
                  <a:cubicBezTo>
                    <a:pt x="681641" y="-6434"/>
                    <a:pt x="739736" y="70251"/>
                    <a:pt x="760392" y="92972"/>
                  </a:cubicBezTo>
                  <a:cubicBezTo>
                    <a:pt x="794435" y="130295"/>
                    <a:pt x="825109" y="170561"/>
                    <a:pt x="852052" y="213292"/>
                  </a:cubicBezTo>
                  <a:cubicBezTo>
                    <a:pt x="857590" y="220225"/>
                    <a:pt x="860688" y="228810"/>
                    <a:pt x="860830" y="237692"/>
                  </a:cubicBezTo>
                  <a:close/>
                </a:path>
              </a:pathLst>
            </a:custGeom>
            <a:solidFill>
              <a:srgbClr val="3E3E54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F02F9C38-43B6-4D52-804C-DCCE60A404BE}"/>
                </a:ext>
              </a:extLst>
            </p:cNvPr>
            <p:cNvSpPr/>
            <p:nvPr/>
          </p:nvSpPr>
          <p:spPr>
            <a:xfrm>
              <a:off x="1690084" y="4224909"/>
              <a:ext cx="184387" cy="225629"/>
            </a:xfrm>
            <a:custGeom>
              <a:avLst/>
              <a:gdLst>
                <a:gd name="connsiteX0" fmla="*/ -14 w 184387"/>
                <a:gd name="connsiteY0" fmla="*/ 152315 h 225629"/>
                <a:gd name="connsiteX1" fmla="*/ 11992 w 184387"/>
                <a:gd name="connsiteY1" fmla="*/ 106485 h 225629"/>
                <a:gd name="connsiteX2" fmla="*/ 143544 w 184387"/>
                <a:gd name="connsiteY2" fmla="*/ -22 h 225629"/>
                <a:gd name="connsiteX3" fmla="*/ 177367 w 184387"/>
                <a:gd name="connsiteY3" fmla="*/ 60784 h 225629"/>
                <a:gd name="connsiteX4" fmla="*/ 184339 w 184387"/>
                <a:gd name="connsiteY4" fmla="*/ 78728 h 225629"/>
                <a:gd name="connsiteX5" fmla="*/ 173494 w 184387"/>
                <a:gd name="connsiteY5" fmla="*/ 109712 h 225629"/>
                <a:gd name="connsiteX6" fmla="*/ 156712 w 184387"/>
                <a:gd name="connsiteY6" fmla="*/ 156446 h 225629"/>
                <a:gd name="connsiteX7" fmla="*/ 149353 w 184387"/>
                <a:gd name="connsiteY7" fmla="*/ 179038 h 225629"/>
                <a:gd name="connsiteX8" fmla="*/ 129253 w 184387"/>
                <a:gd name="connsiteY8" fmla="*/ 182756 h 225629"/>
                <a:gd name="connsiteX9" fmla="*/ 128568 w 184387"/>
                <a:gd name="connsiteY9" fmla="*/ 182266 h 225629"/>
                <a:gd name="connsiteX10" fmla="*/ 122113 w 184387"/>
                <a:gd name="connsiteY10" fmla="*/ 129722 h 225629"/>
                <a:gd name="connsiteX11" fmla="*/ 90226 w 184387"/>
                <a:gd name="connsiteY11" fmla="*/ 172196 h 225629"/>
                <a:gd name="connsiteX12" fmla="*/ 67117 w 184387"/>
                <a:gd name="connsiteY12" fmla="*/ 221512 h 225629"/>
                <a:gd name="connsiteX13" fmla="*/ 57306 w 184387"/>
                <a:gd name="connsiteY13" fmla="*/ 225126 h 225629"/>
                <a:gd name="connsiteX14" fmla="*/ 53562 w 184387"/>
                <a:gd name="connsiteY14" fmla="*/ 214282 h 225629"/>
                <a:gd name="connsiteX15" fmla="*/ 56144 w 184387"/>
                <a:gd name="connsiteY15" fmla="*/ 173229 h 225629"/>
                <a:gd name="connsiteX16" fmla="*/ 24773 w 184387"/>
                <a:gd name="connsiteY16" fmla="*/ 217251 h 225629"/>
                <a:gd name="connsiteX17" fmla="*/ 32002 w 184387"/>
                <a:gd name="connsiteY17" fmla="*/ 154380 h 225629"/>
                <a:gd name="connsiteX18" fmla="*/ 22191 w 184387"/>
                <a:gd name="connsiteY18" fmla="*/ 175294 h 225629"/>
                <a:gd name="connsiteX19" fmla="*/ 3472 w 184387"/>
                <a:gd name="connsiteY19" fmla="*/ 179425 h 225629"/>
                <a:gd name="connsiteX20" fmla="*/ 2697 w 184387"/>
                <a:gd name="connsiteY20" fmla="*/ 170388 h 225629"/>
                <a:gd name="connsiteX21" fmla="*/ 14445 w 184387"/>
                <a:gd name="connsiteY21" fmla="*/ 121202 h 225629"/>
                <a:gd name="connsiteX22" fmla="*/ 3988 w 184387"/>
                <a:gd name="connsiteY22" fmla="*/ 149862 h 225629"/>
                <a:gd name="connsiteX23" fmla="*/ -14 w 184387"/>
                <a:gd name="connsiteY23" fmla="*/ 152315 h 225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387" h="225629">
                  <a:moveTo>
                    <a:pt x="-14" y="152315"/>
                  </a:moveTo>
                  <a:cubicBezTo>
                    <a:pt x="-479" y="136203"/>
                    <a:pt x="3691" y="120298"/>
                    <a:pt x="11992" y="106485"/>
                  </a:cubicBezTo>
                  <a:cubicBezTo>
                    <a:pt x="39529" y="54561"/>
                    <a:pt x="87024" y="16103"/>
                    <a:pt x="143544" y="-22"/>
                  </a:cubicBezTo>
                  <a:cubicBezTo>
                    <a:pt x="154904" y="20505"/>
                    <a:pt x="166136" y="40257"/>
                    <a:pt x="177367" y="60784"/>
                  </a:cubicBezTo>
                  <a:cubicBezTo>
                    <a:pt x="180918" y="66219"/>
                    <a:pt x="183293" y="72325"/>
                    <a:pt x="184339" y="78728"/>
                  </a:cubicBezTo>
                  <a:cubicBezTo>
                    <a:pt x="183822" y="89895"/>
                    <a:pt x="180053" y="100662"/>
                    <a:pt x="173494" y="109712"/>
                  </a:cubicBezTo>
                  <a:cubicBezTo>
                    <a:pt x="165490" y="124313"/>
                    <a:pt x="159836" y="140089"/>
                    <a:pt x="156712" y="156446"/>
                  </a:cubicBezTo>
                  <a:cubicBezTo>
                    <a:pt x="156092" y="164450"/>
                    <a:pt x="153575" y="172196"/>
                    <a:pt x="149353" y="179038"/>
                  </a:cubicBezTo>
                  <a:cubicBezTo>
                    <a:pt x="144835" y="185622"/>
                    <a:pt x="135823" y="187288"/>
                    <a:pt x="129253" y="182756"/>
                  </a:cubicBezTo>
                  <a:cubicBezTo>
                    <a:pt x="129020" y="182601"/>
                    <a:pt x="128788" y="182433"/>
                    <a:pt x="128568" y="182266"/>
                  </a:cubicBezTo>
                  <a:cubicBezTo>
                    <a:pt x="129988" y="164489"/>
                    <a:pt x="127794" y="146621"/>
                    <a:pt x="122113" y="129722"/>
                  </a:cubicBezTo>
                  <a:cubicBezTo>
                    <a:pt x="104943" y="136436"/>
                    <a:pt x="96294" y="154897"/>
                    <a:pt x="90226" y="172196"/>
                  </a:cubicBezTo>
                  <a:cubicBezTo>
                    <a:pt x="86456" y="190205"/>
                    <a:pt x="78542" y="207091"/>
                    <a:pt x="67117" y="221512"/>
                  </a:cubicBezTo>
                  <a:cubicBezTo>
                    <a:pt x="64535" y="224223"/>
                    <a:pt x="60662" y="226675"/>
                    <a:pt x="57306" y="225126"/>
                  </a:cubicBezTo>
                  <a:cubicBezTo>
                    <a:pt x="53949" y="223577"/>
                    <a:pt x="53304" y="218413"/>
                    <a:pt x="53562" y="214282"/>
                  </a:cubicBezTo>
                  <a:lnTo>
                    <a:pt x="56144" y="173229"/>
                  </a:lnTo>
                  <a:cubicBezTo>
                    <a:pt x="56131" y="193084"/>
                    <a:pt x="43544" y="210758"/>
                    <a:pt x="24773" y="217251"/>
                  </a:cubicBezTo>
                  <a:cubicBezTo>
                    <a:pt x="19622" y="196105"/>
                    <a:pt x="22178" y="173810"/>
                    <a:pt x="32002" y="154380"/>
                  </a:cubicBezTo>
                  <a:cubicBezTo>
                    <a:pt x="26709" y="160061"/>
                    <a:pt x="26064" y="168581"/>
                    <a:pt x="22191" y="175294"/>
                  </a:cubicBezTo>
                  <a:cubicBezTo>
                    <a:pt x="18318" y="182007"/>
                    <a:pt x="7474" y="186139"/>
                    <a:pt x="3472" y="179425"/>
                  </a:cubicBezTo>
                  <a:cubicBezTo>
                    <a:pt x="2129" y="176611"/>
                    <a:pt x="1858" y="173396"/>
                    <a:pt x="2697" y="170388"/>
                  </a:cubicBezTo>
                  <a:cubicBezTo>
                    <a:pt x="4995" y="153644"/>
                    <a:pt x="8919" y="137171"/>
                    <a:pt x="14445" y="121202"/>
                  </a:cubicBezTo>
                  <a:lnTo>
                    <a:pt x="3988" y="149862"/>
                  </a:lnTo>
                  <a:cubicBezTo>
                    <a:pt x="1922" y="151669"/>
                    <a:pt x="1922" y="153864"/>
                    <a:pt x="-14" y="152315"/>
                  </a:cubicBezTo>
                  <a:close/>
                </a:path>
              </a:pathLst>
            </a:custGeom>
            <a:solidFill>
              <a:srgbClr val="F3BD8F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EFE50C35-7DAB-4D37-872E-EAFA8CDB22A7}"/>
                </a:ext>
              </a:extLst>
            </p:cNvPr>
            <p:cNvSpPr/>
            <p:nvPr/>
          </p:nvSpPr>
          <p:spPr>
            <a:xfrm>
              <a:off x="1819809" y="3663566"/>
              <a:ext cx="1679533" cy="1272115"/>
            </a:xfrm>
            <a:custGeom>
              <a:avLst/>
              <a:gdLst>
                <a:gd name="connsiteX0" fmla="*/ 1676610 w 1679533"/>
                <a:gd name="connsiteY0" fmla="*/ 86496 h 1272115"/>
                <a:gd name="connsiteX1" fmla="*/ 1646014 w 1679533"/>
                <a:gd name="connsiteY1" fmla="*/ 139297 h 1272115"/>
                <a:gd name="connsiteX2" fmla="*/ 1509815 w 1679533"/>
                <a:gd name="connsiteY2" fmla="*/ 247611 h 1272115"/>
                <a:gd name="connsiteX3" fmla="*/ 1126391 w 1679533"/>
                <a:gd name="connsiteY3" fmla="*/ 507358 h 1272115"/>
                <a:gd name="connsiteX4" fmla="*/ 1020143 w 1679533"/>
                <a:gd name="connsiteY4" fmla="*/ 571907 h 1272115"/>
                <a:gd name="connsiteX5" fmla="*/ 975475 w 1679533"/>
                <a:gd name="connsiteY5" fmla="*/ 630905 h 1272115"/>
                <a:gd name="connsiteX6" fmla="*/ 921383 w 1679533"/>
                <a:gd name="connsiteY6" fmla="*/ 745803 h 1272115"/>
                <a:gd name="connsiteX7" fmla="*/ 832563 w 1679533"/>
                <a:gd name="connsiteY7" fmla="*/ 955976 h 1272115"/>
                <a:gd name="connsiteX8" fmla="*/ 721022 w 1679533"/>
                <a:gd name="connsiteY8" fmla="*/ 1173249 h 1272115"/>
                <a:gd name="connsiteX9" fmla="*/ 591923 w 1679533"/>
                <a:gd name="connsiteY9" fmla="*/ 1269428 h 1272115"/>
                <a:gd name="connsiteX10" fmla="*/ 444621 w 1679533"/>
                <a:gd name="connsiteY10" fmla="*/ 1227470 h 1272115"/>
                <a:gd name="connsiteX11" fmla="*/ 341342 w 1679533"/>
                <a:gd name="connsiteY11" fmla="*/ 1110507 h 1272115"/>
                <a:gd name="connsiteX12" fmla="*/ 340568 w 1679533"/>
                <a:gd name="connsiteY12" fmla="*/ 1109603 h 1272115"/>
                <a:gd name="connsiteX13" fmla="*/ 318363 w 1679533"/>
                <a:gd name="connsiteY13" fmla="*/ 1077200 h 1272115"/>
                <a:gd name="connsiteX14" fmla="*/ 297319 w 1679533"/>
                <a:gd name="connsiteY14" fmla="*/ 1026851 h 1272115"/>
                <a:gd name="connsiteX15" fmla="*/ 295512 w 1679533"/>
                <a:gd name="connsiteY15" fmla="*/ 1007873 h 1272115"/>
                <a:gd name="connsiteX16" fmla="*/ 327399 w 1679533"/>
                <a:gd name="connsiteY16" fmla="*/ 901496 h 1272115"/>
                <a:gd name="connsiteX17" fmla="*/ 503619 w 1679533"/>
                <a:gd name="connsiteY17" fmla="*/ 530595 h 1272115"/>
                <a:gd name="connsiteX18" fmla="*/ 503619 w 1679533"/>
                <a:gd name="connsiteY18" fmla="*/ 529563 h 1272115"/>
                <a:gd name="connsiteX19" fmla="*/ 191975 w 1679533"/>
                <a:gd name="connsiteY19" fmla="*/ 615930 h 1272115"/>
                <a:gd name="connsiteX20" fmla="*/ 110126 w 1679533"/>
                <a:gd name="connsiteY20" fmla="*/ 654659 h 1272115"/>
                <a:gd name="connsiteX21" fmla="*/ 24017 w 1679533"/>
                <a:gd name="connsiteY21" fmla="*/ 640200 h 1272115"/>
                <a:gd name="connsiteX22" fmla="*/ 15755 w 1679533"/>
                <a:gd name="connsiteY22" fmla="*/ 525561 h 1272115"/>
                <a:gd name="connsiteX23" fmla="*/ 109868 w 1679533"/>
                <a:gd name="connsiteY23" fmla="*/ 445132 h 1272115"/>
                <a:gd name="connsiteX24" fmla="*/ 545189 w 1679533"/>
                <a:gd name="connsiteY24" fmla="*/ 290214 h 1272115"/>
                <a:gd name="connsiteX25" fmla="*/ 759751 w 1679533"/>
                <a:gd name="connsiteY25" fmla="*/ 285566 h 1272115"/>
                <a:gd name="connsiteX26" fmla="*/ 1118258 w 1679533"/>
                <a:gd name="connsiteY26" fmla="*/ 257552 h 1272115"/>
                <a:gd name="connsiteX27" fmla="*/ 1352702 w 1679533"/>
                <a:gd name="connsiteY27" fmla="*/ 101342 h 1272115"/>
                <a:gd name="connsiteX28" fmla="*/ 1531374 w 1679533"/>
                <a:gd name="connsiteY28" fmla="*/ 20656 h 1272115"/>
                <a:gd name="connsiteX29" fmla="*/ 1601991 w 1679533"/>
                <a:gd name="connsiteY29" fmla="*/ 387 h 1272115"/>
                <a:gd name="connsiteX30" fmla="*/ 1667573 w 1679533"/>
                <a:gd name="connsiteY30" fmla="*/ 27240 h 1272115"/>
                <a:gd name="connsiteX31" fmla="*/ 1676610 w 1679533"/>
                <a:gd name="connsiteY31" fmla="*/ 86496 h 1272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9533" h="1272115">
                  <a:moveTo>
                    <a:pt x="1676610" y="86496"/>
                  </a:moveTo>
                  <a:cubicBezTo>
                    <a:pt x="1670413" y="106132"/>
                    <a:pt x="1659956" y="124154"/>
                    <a:pt x="1646014" y="139297"/>
                  </a:cubicBezTo>
                  <a:cubicBezTo>
                    <a:pt x="1608059" y="183449"/>
                    <a:pt x="1557839" y="214820"/>
                    <a:pt x="1509815" y="247611"/>
                  </a:cubicBezTo>
                  <a:cubicBezTo>
                    <a:pt x="1382136" y="334753"/>
                    <a:pt x="1264527" y="436870"/>
                    <a:pt x="1126391" y="507358"/>
                  </a:cubicBezTo>
                  <a:cubicBezTo>
                    <a:pt x="1089340" y="526335"/>
                    <a:pt x="1050352" y="543376"/>
                    <a:pt x="1020143" y="571907"/>
                  </a:cubicBezTo>
                  <a:cubicBezTo>
                    <a:pt x="1002689" y="589490"/>
                    <a:pt x="987662" y="609333"/>
                    <a:pt x="975475" y="630905"/>
                  </a:cubicBezTo>
                  <a:cubicBezTo>
                    <a:pt x="953541" y="667247"/>
                    <a:pt x="935416" y="705744"/>
                    <a:pt x="921383" y="745803"/>
                  </a:cubicBezTo>
                  <a:cubicBezTo>
                    <a:pt x="895563" y="817711"/>
                    <a:pt x="861094" y="885359"/>
                    <a:pt x="832563" y="955976"/>
                  </a:cubicBezTo>
                  <a:cubicBezTo>
                    <a:pt x="801967" y="1031757"/>
                    <a:pt x="769305" y="1107409"/>
                    <a:pt x="721022" y="1173249"/>
                  </a:cubicBezTo>
                  <a:cubicBezTo>
                    <a:pt x="688618" y="1217401"/>
                    <a:pt x="646273" y="1258583"/>
                    <a:pt x="591923" y="1269428"/>
                  </a:cubicBezTo>
                  <a:cubicBezTo>
                    <a:pt x="540283" y="1279626"/>
                    <a:pt x="486320" y="1259487"/>
                    <a:pt x="444621" y="1227470"/>
                  </a:cubicBezTo>
                  <a:cubicBezTo>
                    <a:pt x="402922" y="1195454"/>
                    <a:pt x="371680" y="1152722"/>
                    <a:pt x="341342" y="1110507"/>
                  </a:cubicBezTo>
                  <a:lnTo>
                    <a:pt x="340568" y="1109603"/>
                  </a:lnTo>
                  <a:cubicBezTo>
                    <a:pt x="332951" y="1099146"/>
                    <a:pt x="325205" y="1088431"/>
                    <a:pt x="318363" y="1077200"/>
                  </a:cubicBezTo>
                  <a:cubicBezTo>
                    <a:pt x="308228" y="1061901"/>
                    <a:pt x="301089" y="1044809"/>
                    <a:pt x="297319" y="1026851"/>
                  </a:cubicBezTo>
                  <a:cubicBezTo>
                    <a:pt x="296274" y="1020577"/>
                    <a:pt x="295667" y="1014238"/>
                    <a:pt x="295512" y="1007873"/>
                  </a:cubicBezTo>
                  <a:cubicBezTo>
                    <a:pt x="295512" y="971209"/>
                    <a:pt x="311391" y="935191"/>
                    <a:pt x="327399" y="901496"/>
                  </a:cubicBezTo>
                  <a:cubicBezTo>
                    <a:pt x="386178" y="777820"/>
                    <a:pt x="444918" y="654182"/>
                    <a:pt x="503619" y="530595"/>
                  </a:cubicBezTo>
                  <a:cubicBezTo>
                    <a:pt x="503619" y="530595"/>
                    <a:pt x="503619" y="530595"/>
                    <a:pt x="503619" y="529563"/>
                  </a:cubicBezTo>
                  <a:cubicBezTo>
                    <a:pt x="394453" y="533862"/>
                    <a:pt x="287779" y="563425"/>
                    <a:pt x="191975" y="615930"/>
                  </a:cubicBezTo>
                  <a:cubicBezTo>
                    <a:pt x="166323" y="632028"/>
                    <a:pt x="138838" y="645029"/>
                    <a:pt x="110126" y="654659"/>
                  </a:cubicBezTo>
                  <a:cubicBezTo>
                    <a:pt x="80782" y="664096"/>
                    <a:pt x="48675" y="658700"/>
                    <a:pt x="24017" y="640200"/>
                  </a:cubicBezTo>
                  <a:cubicBezTo>
                    <a:pt x="-7224" y="612702"/>
                    <a:pt x="-5933" y="561063"/>
                    <a:pt x="15755" y="525561"/>
                  </a:cubicBezTo>
                  <a:cubicBezTo>
                    <a:pt x="37444" y="490058"/>
                    <a:pt x="74237" y="466821"/>
                    <a:pt x="109868" y="445132"/>
                  </a:cubicBezTo>
                  <a:cubicBezTo>
                    <a:pt x="243615" y="364316"/>
                    <a:pt x="388851" y="285695"/>
                    <a:pt x="545189" y="290214"/>
                  </a:cubicBezTo>
                  <a:cubicBezTo>
                    <a:pt x="607415" y="292021"/>
                    <a:pt x="697784" y="278724"/>
                    <a:pt x="759751" y="285566"/>
                  </a:cubicBezTo>
                  <a:cubicBezTo>
                    <a:pt x="890270" y="299896"/>
                    <a:pt x="1012656" y="335527"/>
                    <a:pt x="1118258" y="257552"/>
                  </a:cubicBezTo>
                  <a:cubicBezTo>
                    <a:pt x="1192555" y="199922"/>
                    <a:pt x="1270905" y="147715"/>
                    <a:pt x="1352702" y="101342"/>
                  </a:cubicBezTo>
                  <a:cubicBezTo>
                    <a:pt x="1410280" y="70617"/>
                    <a:pt x="1470956" y="45572"/>
                    <a:pt x="1531374" y="20656"/>
                  </a:cubicBezTo>
                  <a:cubicBezTo>
                    <a:pt x="1553644" y="10070"/>
                    <a:pt x="1577501" y="3214"/>
                    <a:pt x="1601991" y="387"/>
                  </a:cubicBezTo>
                  <a:cubicBezTo>
                    <a:pt x="1626972" y="-2234"/>
                    <a:pt x="1651604" y="7862"/>
                    <a:pt x="1667573" y="27240"/>
                  </a:cubicBezTo>
                  <a:cubicBezTo>
                    <a:pt x="1679218" y="44681"/>
                    <a:pt x="1682523" y="66382"/>
                    <a:pt x="1676610" y="86496"/>
                  </a:cubicBezTo>
                  <a:close/>
                </a:path>
              </a:pathLst>
            </a:custGeom>
            <a:solidFill>
              <a:srgbClr val="2399F3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A2A3BDC5-AFEC-4FA6-8044-2B2B27B52F20}"/>
                </a:ext>
              </a:extLst>
            </p:cNvPr>
            <p:cNvSpPr/>
            <p:nvPr/>
          </p:nvSpPr>
          <p:spPr>
            <a:xfrm>
              <a:off x="2572502" y="3599549"/>
              <a:ext cx="366818" cy="468504"/>
            </a:xfrm>
            <a:custGeom>
              <a:avLst/>
              <a:gdLst>
                <a:gd name="connsiteX0" fmla="*/ 54050 w 366818"/>
                <a:gd name="connsiteY0" fmla="*/ 148448 h 468504"/>
                <a:gd name="connsiteX1" fmla="*/ 47466 w 366818"/>
                <a:gd name="connsiteY1" fmla="*/ 138765 h 468504"/>
                <a:gd name="connsiteX2" fmla="*/ 35460 w 366818"/>
                <a:gd name="connsiteY2" fmla="*/ 125081 h 468504"/>
                <a:gd name="connsiteX3" fmla="*/ 18160 w 366818"/>
                <a:gd name="connsiteY3" fmla="*/ 122628 h 468504"/>
                <a:gd name="connsiteX4" fmla="*/ -43 w 366818"/>
                <a:gd name="connsiteY4" fmla="*/ 139798 h 468504"/>
                <a:gd name="connsiteX5" fmla="*/ 13771 w 366818"/>
                <a:gd name="connsiteY5" fmla="*/ 197376 h 468504"/>
                <a:gd name="connsiteX6" fmla="*/ 27843 w 366818"/>
                <a:gd name="connsiteY6" fmla="*/ 223196 h 468504"/>
                <a:gd name="connsiteX7" fmla="*/ 27843 w 366818"/>
                <a:gd name="connsiteY7" fmla="*/ 239075 h 468504"/>
                <a:gd name="connsiteX8" fmla="*/ 30296 w 366818"/>
                <a:gd name="connsiteY8" fmla="*/ 368174 h 468504"/>
                <a:gd name="connsiteX9" fmla="*/ 17386 w 366818"/>
                <a:gd name="connsiteY9" fmla="*/ 410131 h 468504"/>
                <a:gd name="connsiteX10" fmla="*/ 31199 w 366818"/>
                <a:gd name="connsiteY10" fmla="*/ 438920 h 468504"/>
                <a:gd name="connsiteX11" fmla="*/ 59085 w 366818"/>
                <a:gd name="connsiteY11" fmla="*/ 455832 h 468504"/>
                <a:gd name="connsiteX12" fmla="*/ 108142 w 366818"/>
                <a:gd name="connsiteY12" fmla="*/ 467709 h 468504"/>
                <a:gd name="connsiteX13" fmla="*/ 144935 w 366818"/>
                <a:gd name="connsiteY13" fmla="*/ 452475 h 468504"/>
                <a:gd name="connsiteX14" fmla="*/ 176565 w 366818"/>
                <a:gd name="connsiteY14" fmla="*/ 399674 h 468504"/>
                <a:gd name="connsiteX15" fmla="*/ 250409 w 366818"/>
                <a:gd name="connsiteY15" fmla="*/ 360944 h 468504"/>
                <a:gd name="connsiteX16" fmla="*/ 364661 w 366818"/>
                <a:gd name="connsiteY16" fmla="*/ 171040 h 468504"/>
                <a:gd name="connsiteX17" fmla="*/ 351751 w 366818"/>
                <a:gd name="connsiteY17" fmla="*/ 66341 h 468504"/>
                <a:gd name="connsiteX18" fmla="*/ 241243 w 366818"/>
                <a:gd name="connsiteY18" fmla="*/ -16 h 468504"/>
                <a:gd name="connsiteX19" fmla="*/ 117825 w 366818"/>
                <a:gd name="connsiteY19" fmla="*/ 46330 h 468504"/>
                <a:gd name="connsiteX20" fmla="*/ 54050 w 366818"/>
                <a:gd name="connsiteY20" fmla="*/ 148448 h 468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818" h="468504">
                  <a:moveTo>
                    <a:pt x="54050" y="148448"/>
                  </a:moveTo>
                  <a:lnTo>
                    <a:pt x="47466" y="138765"/>
                  </a:lnTo>
                  <a:cubicBezTo>
                    <a:pt x="44238" y="133575"/>
                    <a:pt x="40185" y="128954"/>
                    <a:pt x="35460" y="125081"/>
                  </a:cubicBezTo>
                  <a:cubicBezTo>
                    <a:pt x="30541" y="121246"/>
                    <a:pt x="23957" y="120317"/>
                    <a:pt x="18160" y="122628"/>
                  </a:cubicBezTo>
                  <a:cubicBezTo>
                    <a:pt x="10027" y="126501"/>
                    <a:pt x="603" y="130761"/>
                    <a:pt x="-43" y="139798"/>
                  </a:cubicBezTo>
                  <a:cubicBezTo>
                    <a:pt x="-249" y="159834"/>
                    <a:pt x="4502" y="179612"/>
                    <a:pt x="13771" y="197376"/>
                  </a:cubicBezTo>
                  <a:cubicBezTo>
                    <a:pt x="19722" y="205238"/>
                    <a:pt x="24473" y="213939"/>
                    <a:pt x="27843" y="223196"/>
                  </a:cubicBezTo>
                  <a:cubicBezTo>
                    <a:pt x="28553" y="228463"/>
                    <a:pt x="28553" y="233808"/>
                    <a:pt x="27843" y="239075"/>
                  </a:cubicBezTo>
                  <a:cubicBezTo>
                    <a:pt x="25648" y="282452"/>
                    <a:pt x="44884" y="327378"/>
                    <a:pt x="30296" y="368174"/>
                  </a:cubicBezTo>
                  <a:cubicBezTo>
                    <a:pt x="25261" y="382116"/>
                    <a:pt x="16482" y="395284"/>
                    <a:pt x="17386" y="410131"/>
                  </a:cubicBezTo>
                  <a:cubicBezTo>
                    <a:pt x="18199" y="421130"/>
                    <a:pt x="23131" y="431406"/>
                    <a:pt x="31199" y="438920"/>
                  </a:cubicBezTo>
                  <a:cubicBezTo>
                    <a:pt x="39320" y="446291"/>
                    <a:pt x="48795" y="452036"/>
                    <a:pt x="59085" y="455832"/>
                  </a:cubicBezTo>
                  <a:cubicBezTo>
                    <a:pt x="74770" y="462170"/>
                    <a:pt x="91295" y="466172"/>
                    <a:pt x="108142" y="467709"/>
                  </a:cubicBezTo>
                  <a:cubicBezTo>
                    <a:pt x="122382" y="470742"/>
                    <a:pt x="137009" y="464688"/>
                    <a:pt x="144935" y="452475"/>
                  </a:cubicBezTo>
                  <a:cubicBezTo>
                    <a:pt x="158245" y="436686"/>
                    <a:pt x="168922" y="418858"/>
                    <a:pt x="176565" y="399674"/>
                  </a:cubicBezTo>
                  <a:cubicBezTo>
                    <a:pt x="200435" y="385395"/>
                    <a:pt x="225093" y="372460"/>
                    <a:pt x="250409" y="360944"/>
                  </a:cubicBezTo>
                  <a:cubicBezTo>
                    <a:pt x="321801" y="330735"/>
                    <a:pt x="356141" y="248112"/>
                    <a:pt x="364661" y="171040"/>
                  </a:cubicBezTo>
                  <a:cubicBezTo>
                    <a:pt x="368663" y="135538"/>
                    <a:pt x="368276" y="97970"/>
                    <a:pt x="351751" y="66341"/>
                  </a:cubicBezTo>
                  <a:cubicBezTo>
                    <a:pt x="329108" y="26359"/>
                    <a:pt x="287176" y="1172"/>
                    <a:pt x="241243" y="-16"/>
                  </a:cubicBezTo>
                  <a:cubicBezTo>
                    <a:pt x="195787" y="-377"/>
                    <a:pt x="151803" y="16134"/>
                    <a:pt x="117825" y="46330"/>
                  </a:cubicBezTo>
                  <a:cubicBezTo>
                    <a:pt x="88261" y="71247"/>
                    <a:pt x="51339" y="109589"/>
                    <a:pt x="54050" y="148448"/>
                  </a:cubicBezTo>
                  <a:close/>
                </a:path>
              </a:pathLst>
            </a:custGeom>
            <a:solidFill>
              <a:srgbClr val="F3BD8F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A8DDA2A2-177A-4B0B-9DAD-8DE42F727432}"/>
                </a:ext>
              </a:extLst>
            </p:cNvPr>
            <p:cNvSpPr/>
            <p:nvPr/>
          </p:nvSpPr>
          <p:spPr>
            <a:xfrm>
              <a:off x="2479168" y="3511807"/>
              <a:ext cx="453934" cy="395390"/>
            </a:xfrm>
            <a:custGeom>
              <a:avLst/>
              <a:gdLst>
                <a:gd name="connsiteX0" fmla="*/ 424301 w 453934"/>
                <a:gd name="connsiteY0" fmla="*/ 51450 h 395390"/>
                <a:gd name="connsiteX1" fmla="*/ 327219 w 453934"/>
                <a:gd name="connsiteY1" fmla="*/ 16335 h 395390"/>
                <a:gd name="connsiteX2" fmla="*/ 294686 w 453934"/>
                <a:gd name="connsiteY2" fmla="*/ 2651 h 395390"/>
                <a:gd name="connsiteX3" fmla="*/ 200186 w 453934"/>
                <a:gd name="connsiteY3" fmla="*/ 23823 h 395390"/>
                <a:gd name="connsiteX4" fmla="*/ 153323 w 453934"/>
                <a:gd name="connsiteY4" fmla="*/ 54677 h 395390"/>
                <a:gd name="connsiteX5" fmla="*/ 105556 w 453934"/>
                <a:gd name="connsiteY5" fmla="*/ 121034 h 395390"/>
                <a:gd name="connsiteX6" fmla="*/ 42298 w 453934"/>
                <a:gd name="connsiteY6" fmla="*/ 173448 h 395390"/>
                <a:gd name="connsiteX7" fmla="*/ 83 w 453934"/>
                <a:gd name="connsiteY7" fmla="*/ 241225 h 395390"/>
                <a:gd name="connsiteX8" fmla="*/ 50560 w 453934"/>
                <a:gd name="connsiteY8" fmla="*/ 326301 h 395390"/>
                <a:gd name="connsiteX9" fmla="*/ 126083 w 453934"/>
                <a:gd name="connsiteY9" fmla="*/ 395369 h 395390"/>
                <a:gd name="connsiteX10" fmla="*/ 133313 w 453934"/>
                <a:gd name="connsiteY10" fmla="*/ 334434 h 395390"/>
                <a:gd name="connsiteX11" fmla="*/ 133313 w 453934"/>
                <a:gd name="connsiteY11" fmla="*/ 317135 h 395390"/>
                <a:gd name="connsiteX12" fmla="*/ 122856 w 453934"/>
                <a:gd name="connsiteY12" fmla="*/ 301901 h 395390"/>
                <a:gd name="connsiteX13" fmla="*/ 98714 w 453934"/>
                <a:gd name="connsiteY13" fmla="*/ 231414 h 395390"/>
                <a:gd name="connsiteX14" fmla="*/ 107751 w 453934"/>
                <a:gd name="connsiteY14" fmla="*/ 213082 h 395390"/>
                <a:gd name="connsiteX15" fmla="*/ 129181 w 453934"/>
                <a:gd name="connsiteY15" fmla="*/ 224959 h 395390"/>
                <a:gd name="connsiteX16" fmla="*/ 162747 w 453934"/>
                <a:gd name="connsiteY16" fmla="*/ 270272 h 395390"/>
                <a:gd name="connsiteX17" fmla="*/ 203284 w 453934"/>
                <a:gd name="connsiteY17" fmla="*/ 140012 h 395390"/>
                <a:gd name="connsiteX18" fmla="*/ 333028 w 453934"/>
                <a:gd name="connsiteY18" fmla="*/ 90179 h 395390"/>
                <a:gd name="connsiteX19" fmla="*/ 404678 w 453934"/>
                <a:gd name="connsiteY19" fmla="*/ 118452 h 395390"/>
                <a:gd name="connsiteX20" fmla="*/ 452703 w 453934"/>
                <a:gd name="connsiteY20" fmla="*/ 128005 h 395390"/>
                <a:gd name="connsiteX21" fmla="*/ 424301 w 453934"/>
                <a:gd name="connsiteY21" fmla="*/ 51450 h 395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53934" h="395390">
                  <a:moveTo>
                    <a:pt x="424301" y="51450"/>
                  </a:moveTo>
                  <a:cubicBezTo>
                    <a:pt x="396803" y="30407"/>
                    <a:pt x="359752" y="29632"/>
                    <a:pt x="327219" y="16335"/>
                  </a:cubicBezTo>
                  <a:cubicBezTo>
                    <a:pt x="316659" y="11132"/>
                    <a:pt x="305789" y="6562"/>
                    <a:pt x="294686" y="2651"/>
                  </a:cubicBezTo>
                  <a:cubicBezTo>
                    <a:pt x="262799" y="-6257"/>
                    <a:pt x="230137" y="8718"/>
                    <a:pt x="200186" y="23823"/>
                  </a:cubicBezTo>
                  <a:cubicBezTo>
                    <a:pt x="183119" y="31736"/>
                    <a:pt x="167330" y="42129"/>
                    <a:pt x="153323" y="54677"/>
                  </a:cubicBezTo>
                  <a:cubicBezTo>
                    <a:pt x="133829" y="73784"/>
                    <a:pt x="123243" y="100249"/>
                    <a:pt x="105556" y="121034"/>
                  </a:cubicBezTo>
                  <a:cubicBezTo>
                    <a:pt x="87870" y="141819"/>
                    <a:pt x="63470" y="156020"/>
                    <a:pt x="42298" y="173448"/>
                  </a:cubicBezTo>
                  <a:cubicBezTo>
                    <a:pt x="21126" y="190877"/>
                    <a:pt x="1890" y="213856"/>
                    <a:pt x="83" y="241225"/>
                  </a:cubicBezTo>
                  <a:cubicBezTo>
                    <a:pt x="-2112" y="275436"/>
                    <a:pt x="23450" y="305129"/>
                    <a:pt x="50560" y="326301"/>
                  </a:cubicBezTo>
                  <a:cubicBezTo>
                    <a:pt x="77671" y="347473"/>
                    <a:pt x="108784" y="365031"/>
                    <a:pt x="126083" y="395369"/>
                  </a:cubicBezTo>
                  <a:lnTo>
                    <a:pt x="133313" y="334434"/>
                  </a:lnTo>
                  <a:cubicBezTo>
                    <a:pt x="134617" y="328741"/>
                    <a:pt x="134617" y="322828"/>
                    <a:pt x="133313" y="317135"/>
                  </a:cubicBezTo>
                  <a:cubicBezTo>
                    <a:pt x="130795" y="311455"/>
                    <a:pt x="127258" y="306291"/>
                    <a:pt x="122856" y="301901"/>
                  </a:cubicBezTo>
                  <a:cubicBezTo>
                    <a:pt x="106499" y="282123"/>
                    <a:pt x="97914" y="257065"/>
                    <a:pt x="98714" y="231414"/>
                  </a:cubicBezTo>
                  <a:cubicBezTo>
                    <a:pt x="98714" y="224184"/>
                    <a:pt x="100909" y="215663"/>
                    <a:pt x="107751" y="213082"/>
                  </a:cubicBezTo>
                  <a:cubicBezTo>
                    <a:pt x="114593" y="210500"/>
                    <a:pt x="123888" y="217858"/>
                    <a:pt x="129181" y="224959"/>
                  </a:cubicBezTo>
                  <a:lnTo>
                    <a:pt x="162747" y="270272"/>
                  </a:lnTo>
                  <a:cubicBezTo>
                    <a:pt x="152923" y="222764"/>
                    <a:pt x="168247" y="173551"/>
                    <a:pt x="203284" y="140012"/>
                  </a:cubicBezTo>
                  <a:cubicBezTo>
                    <a:pt x="238386" y="107117"/>
                    <a:pt x="284939" y="89237"/>
                    <a:pt x="333028" y="90179"/>
                  </a:cubicBezTo>
                  <a:cubicBezTo>
                    <a:pt x="359623" y="90179"/>
                    <a:pt x="388670" y="97151"/>
                    <a:pt x="404678" y="118452"/>
                  </a:cubicBezTo>
                  <a:cubicBezTo>
                    <a:pt x="420686" y="139753"/>
                    <a:pt x="443408" y="182227"/>
                    <a:pt x="452703" y="128005"/>
                  </a:cubicBezTo>
                  <a:cubicBezTo>
                    <a:pt x="457660" y="99242"/>
                    <a:pt x="446816" y="70027"/>
                    <a:pt x="424301" y="51450"/>
                  </a:cubicBezTo>
                  <a:close/>
                </a:path>
              </a:pathLst>
            </a:custGeom>
            <a:solidFill>
              <a:srgbClr val="3E3E54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3FAD9050-27CD-4601-BA7B-C7405CD2880D}"/>
                </a:ext>
              </a:extLst>
            </p:cNvPr>
            <p:cNvSpPr/>
            <p:nvPr/>
          </p:nvSpPr>
          <p:spPr>
            <a:xfrm>
              <a:off x="3420660" y="3515091"/>
              <a:ext cx="315040" cy="233763"/>
            </a:xfrm>
            <a:custGeom>
              <a:avLst/>
              <a:gdLst>
                <a:gd name="connsiteX0" fmla="*/ 53813 w 315040"/>
                <a:gd name="connsiteY0" fmla="*/ 99805 h 233763"/>
                <a:gd name="connsiteX1" fmla="*/ 79632 w 315040"/>
                <a:gd name="connsiteY1" fmla="*/ 46487 h 233763"/>
                <a:gd name="connsiteX2" fmla="*/ 113585 w 315040"/>
                <a:gd name="connsiteY2" fmla="*/ 20667 h 233763"/>
                <a:gd name="connsiteX3" fmla="*/ 120428 w 315040"/>
                <a:gd name="connsiteY3" fmla="*/ 18860 h 233763"/>
                <a:gd name="connsiteX4" fmla="*/ 124688 w 315040"/>
                <a:gd name="connsiteY4" fmla="*/ 24798 h 233763"/>
                <a:gd name="connsiteX5" fmla="*/ 121331 w 315040"/>
                <a:gd name="connsiteY5" fmla="*/ 68304 h 233763"/>
                <a:gd name="connsiteX6" fmla="*/ 122751 w 315040"/>
                <a:gd name="connsiteY6" fmla="*/ 71790 h 233763"/>
                <a:gd name="connsiteX7" fmla="*/ 129206 w 315040"/>
                <a:gd name="connsiteY7" fmla="*/ 70112 h 233763"/>
                <a:gd name="connsiteX8" fmla="*/ 186655 w 315040"/>
                <a:gd name="connsiteY8" fmla="*/ 22087 h 233763"/>
                <a:gd name="connsiteX9" fmla="*/ 256885 w 315040"/>
                <a:gd name="connsiteY9" fmla="*/ 11 h 233763"/>
                <a:gd name="connsiteX10" fmla="*/ 224610 w 315040"/>
                <a:gd name="connsiteY10" fmla="*/ 47649 h 233763"/>
                <a:gd name="connsiteX11" fmla="*/ 295873 w 315040"/>
                <a:gd name="connsiteY11" fmla="*/ 15761 h 233763"/>
                <a:gd name="connsiteX12" fmla="*/ 287869 w 315040"/>
                <a:gd name="connsiteY12" fmla="*/ 38741 h 233763"/>
                <a:gd name="connsiteX13" fmla="*/ 244879 w 315040"/>
                <a:gd name="connsiteY13" fmla="*/ 82247 h 233763"/>
                <a:gd name="connsiteX14" fmla="*/ 305039 w 315040"/>
                <a:gd name="connsiteY14" fmla="*/ 58751 h 233763"/>
                <a:gd name="connsiteX15" fmla="*/ 311365 w 315040"/>
                <a:gd name="connsiteY15" fmla="*/ 58751 h 233763"/>
                <a:gd name="connsiteX16" fmla="*/ 314334 w 315040"/>
                <a:gd name="connsiteY16" fmla="*/ 68434 h 233763"/>
                <a:gd name="connsiteX17" fmla="*/ 307492 w 315040"/>
                <a:gd name="connsiteY17" fmla="*/ 77083 h 233763"/>
                <a:gd name="connsiteX18" fmla="*/ 228483 w 315040"/>
                <a:gd name="connsiteY18" fmla="*/ 134016 h 233763"/>
                <a:gd name="connsiteX19" fmla="*/ 278444 w 315040"/>
                <a:gd name="connsiteY19" fmla="*/ 118782 h 233763"/>
                <a:gd name="connsiteX20" fmla="*/ 269020 w 315040"/>
                <a:gd name="connsiteY20" fmla="*/ 142536 h 233763"/>
                <a:gd name="connsiteX21" fmla="*/ 232744 w 315040"/>
                <a:gd name="connsiteY21" fmla="*/ 166936 h 233763"/>
                <a:gd name="connsiteX22" fmla="*/ 154510 w 315040"/>
                <a:gd name="connsiteY22" fmla="*/ 198694 h 233763"/>
                <a:gd name="connsiteX23" fmla="*/ 102870 w 315040"/>
                <a:gd name="connsiteY23" fmla="*/ 208377 h 233763"/>
                <a:gd name="connsiteX24" fmla="*/ 83247 w 315040"/>
                <a:gd name="connsiteY24" fmla="*/ 223352 h 233763"/>
                <a:gd name="connsiteX25" fmla="*/ 36901 w 315040"/>
                <a:gd name="connsiteY25" fmla="*/ 232002 h 233763"/>
                <a:gd name="connsiteX26" fmla="*/ 4885 w 315040"/>
                <a:gd name="connsiteY26" fmla="*/ 204762 h 233763"/>
                <a:gd name="connsiteX27" fmla="*/ 11468 w 315040"/>
                <a:gd name="connsiteY27" fmla="*/ 154672 h 233763"/>
                <a:gd name="connsiteX28" fmla="*/ 53813 w 315040"/>
                <a:gd name="connsiteY28" fmla="*/ 99805 h 23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15040" h="233763">
                  <a:moveTo>
                    <a:pt x="53813" y="99805"/>
                  </a:moveTo>
                  <a:cubicBezTo>
                    <a:pt x="59984" y="80956"/>
                    <a:pt x="68672" y="63024"/>
                    <a:pt x="79632" y="46487"/>
                  </a:cubicBezTo>
                  <a:cubicBezTo>
                    <a:pt x="89405" y="36017"/>
                    <a:pt x="100882" y="27290"/>
                    <a:pt x="113585" y="20667"/>
                  </a:cubicBezTo>
                  <a:cubicBezTo>
                    <a:pt x="115522" y="19144"/>
                    <a:pt x="118001" y="18485"/>
                    <a:pt x="120428" y="18860"/>
                  </a:cubicBezTo>
                  <a:cubicBezTo>
                    <a:pt x="122777" y="19970"/>
                    <a:pt x="124391" y="22216"/>
                    <a:pt x="124688" y="24798"/>
                  </a:cubicBezTo>
                  <a:cubicBezTo>
                    <a:pt x="128303" y="38999"/>
                    <a:pt x="120040" y="53716"/>
                    <a:pt x="121331" y="68304"/>
                  </a:cubicBezTo>
                  <a:cubicBezTo>
                    <a:pt x="121305" y="69608"/>
                    <a:pt x="121822" y="70874"/>
                    <a:pt x="122751" y="71790"/>
                  </a:cubicBezTo>
                  <a:cubicBezTo>
                    <a:pt x="124688" y="73339"/>
                    <a:pt x="127399" y="71790"/>
                    <a:pt x="129206" y="70112"/>
                  </a:cubicBezTo>
                  <a:cubicBezTo>
                    <a:pt x="147306" y="52890"/>
                    <a:pt x="166490" y="36843"/>
                    <a:pt x="186655" y="22087"/>
                  </a:cubicBezTo>
                  <a:cubicBezTo>
                    <a:pt x="206989" y="7176"/>
                    <a:pt x="231685" y="-596"/>
                    <a:pt x="256885" y="11"/>
                  </a:cubicBezTo>
                  <a:cubicBezTo>
                    <a:pt x="256885" y="19892"/>
                    <a:pt x="240231" y="35255"/>
                    <a:pt x="224610" y="47649"/>
                  </a:cubicBezTo>
                  <a:cubicBezTo>
                    <a:pt x="245034" y="30750"/>
                    <a:pt x="269666" y="19737"/>
                    <a:pt x="295873" y="15761"/>
                  </a:cubicBezTo>
                  <a:cubicBezTo>
                    <a:pt x="300649" y="23120"/>
                    <a:pt x="294066" y="32415"/>
                    <a:pt x="287869" y="38741"/>
                  </a:cubicBezTo>
                  <a:lnTo>
                    <a:pt x="244879" y="82247"/>
                  </a:lnTo>
                  <a:cubicBezTo>
                    <a:pt x="262759" y="69699"/>
                    <a:pt x="283389" y="61643"/>
                    <a:pt x="305039" y="58751"/>
                  </a:cubicBezTo>
                  <a:cubicBezTo>
                    <a:pt x="307104" y="58106"/>
                    <a:pt x="309299" y="58106"/>
                    <a:pt x="311365" y="58751"/>
                  </a:cubicBezTo>
                  <a:cubicBezTo>
                    <a:pt x="314618" y="60791"/>
                    <a:pt x="315883" y="64922"/>
                    <a:pt x="314334" y="68434"/>
                  </a:cubicBezTo>
                  <a:cubicBezTo>
                    <a:pt x="312862" y="71868"/>
                    <a:pt x="310500" y="74863"/>
                    <a:pt x="307492" y="77083"/>
                  </a:cubicBezTo>
                  <a:cubicBezTo>
                    <a:pt x="283208" y="98759"/>
                    <a:pt x="256730" y="117840"/>
                    <a:pt x="228483" y="134016"/>
                  </a:cubicBezTo>
                  <a:cubicBezTo>
                    <a:pt x="244336" y="126618"/>
                    <a:pt x="261158" y="121493"/>
                    <a:pt x="278444" y="118782"/>
                  </a:cubicBezTo>
                  <a:cubicBezTo>
                    <a:pt x="280162" y="127858"/>
                    <a:pt x="276495" y="137101"/>
                    <a:pt x="269020" y="142536"/>
                  </a:cubicBezTo>
                  <a:cubicBezTo>
                    <a:pt x="258008" y="152167"/>
                    <a:pt x="245821" y="160365"/>
                    <a:pt x="232744" y="166936"/>
                  </a:cubicBezTo>
                  <a:cubicBezTo>
                    <a:pt x="208873" y="182299"/>
                    <a:pt x="182343" y="193078"/>
                    <a:pt x="154510" y="198694"/>
                  </a:cubicBezTo>
                  <a:cubicBezTo>
                    <a:pt x="136952" y="201018"/>
                    <a:pt x="118104" y="199598"/>
                    <a:pt x="102870" y="208377"/>
                  </a:cubicBezTo>
                  <a:cubicBezTo>
                    <a:pt x="95770" y="212508"/>
                    <a:pt x="89961" y="218705"/>
                    <a:pt x="83247" y="223352"/>
                  </a:cubicBezTo>
                  <a:cubicBezTo>
                    <a:pt x="69821" y="232905"/>
                    <a:pt x="52870" y="236081"/>
                    <a:pt x="36901" y="232002"/>
                  </a:cubicBezTo>
                  <a:cubicBezTo>
                    <a:pt x="22777" y="227999"/>
                    <a:pt x="11107" y="218059"/>
                    <a:pt x="4885" y="204762"/>
                  </a:cubicBezTo>
                  <a:cubicBezTo>
                    <a:pt x="-3597" y="188328"/>
                    <a:pt x="-977" y="168356"/>
                    <a:pt x="11468" y="154672"/>
                  </a:cubicBezTo>
                  <a:cubicBezTo>
                    <a:pt x="29129" y="139412"/>
                    <a:pt x="43524" y="120757"/>
                    <a:pt x="53813" y="99805"/>
                  </a:cubicBezTo>
                  <a:close/>
                </a:path>
              </a:pathLst>
            </a:custGeom>
            <a:solidFill>
              <a:srgbClr val="F3BD8F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E6CDD858-76EA-4DF8-A368-096CA94CB9B0}"/>
                </a:ext>
              </a:extLst>
            </p:cNvPr>
            <p:cNvSpPr/>
            <p:nvPr/>
          </p:nvSpPr>
          <p:spPr>
            <a:xfrm>
              <a:off x="2115628" y="4194071"/>
              <a:ext cx="285824" cy="582993"/>
            </a:xfrm>
            <a:custGeom>
              <a:avLst/>
              <a:gdLst>
                <a:gd name="connsiteX0" fmla="*/ 251693 w 285824"/>
                <a:gd name="connsiteY0" fmla="*/ 127512 h 582993"/>
                <a:gd name="connsiteX1" fmla="*/ 116914 w 285824"/>
                <a:gd name="connsiteY1" fmla="*/ 431668 h 582993"/>
                <a:gd name="connsiteX2" fmla="*/ 45781 w 285824"/>
                <a:gd name="connsiteY2" fmla="*/ 580132 h 582993"/>
                <a:gd name="connsiteX3" fmla="*/ 43199 w 285824"/>
                <a:gd name="connsiteY3" fmla="*/ 582972 h 582993"/>
                <a:gd name="connsiteX4" fmla="*/ 22801 w 285824"/>
                <a:gd name="connsiteY4" fmla="*/ 546824 h 582993"/>
                <a:gd name="connsiteX5" fmla="*/ -49 w 285824"/>
                <a:gd name="connsiteY5" fmla="*/ 477498 h 582993"/>
                <a:gd name="connsiteX6" fmla="*/ 31838 w 285824"/>
                <a:gd name="connsiteY6" fmla="*/ 371121 h 582993"/>
                <a:gd name="connsiteX7" fmla="*/ 208058 w 285824"/>
                <a:gd name="connsiteY7" fmla="*/ 220 h 582993"/>
                <a:gd name="connsiteX8" fmla="*/ 278933 w 285824"/>
                <a:gd name="connsiteY8" fmla="*/ 37788 h 582993"/>
                <a:gd name="connsiteX9" fmla="*/ 251693 w 285824"/>
                <a:gd name="connsiteY9" fmla="*/ 127512 h 58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824" h="582993">
                  <a:moveTo>
                    <a:pt x="251693" y="127512"/>
                  </a:moveTo>
                  <a:cubicBezTo>
                    <a:pt x="197640" y="224607"/>
                    <a:pt x="152533" y="326401"/>
                    <a:pt x="116914" y="431668"/>
                  </a:cubicBezTo>
                  <a:cubicBezTo>
                    <a:pt x="99357" y="484211"/>
                    <a:pt x="82832" y="539336"/>
                    <a:pt x="45781" y="580132"/>
                  </a:cubicBezTo>
                  <a:cubicBezTo>
                    <a:pt x="45019" y="581165"/>
                    <a:pt x="44154" y="582120"/>
                    <a:pt x="43199" y="582972"/>
                  </a:cubicBezTo>
                  <a:cubicBezTo>
                    <a:pt x="35479" y="571469"/>
                    <a:pt x="28662" y="559385"/>
                    <a:pt x="22801" y="546824"/>
                  </a:cubicBezTo>
                  <a:cubicBezTo>
                    <a:pt x="12422" y="524722"/>
                    <a:pt x="4754" y="501446"/>
                    <a:pt x="-49" y="477498"/>
                  </a:cubicBezTo>
                  <a:cubicBezTo>
                    <a:pt x="-49" y="440834"/>
                    <a:pt x="15830" y="404816"/>
                    <a:pt x="31838" y="371121"/>
                  </a:cubicBezTo>
                  <a:cubicBezTo>
                    <a:pt x="90617" y="247444"/>
                    <a:pt x="149357" y="123806"/>
                    <a:pt x="208058" y="220"/>
                  </a:cubicBezTo>
                  <a:cubicBezTo>
                    <a:pt x="228972" y="-1716"/>
                    <a:pt x="252726" y="7708"/>
                    <a:pt x="278933" y="37788"/>
                  </a:cubicBezTo>
                  <a:cubicBezTo>
                    <a:pt x="299976" y="61800"/>
                    <a:pt x="267185" y="99626"/>
                    <a:pt x="251693" y="127512"/>
                  </a:cubicBezTo>
                  <a:close/>
                </a:path>
              </a:pathLst>
            </a:custGeom>
            <a:solidFill>
              <a:srgbClr val="000000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2FFF7881-0334-47A4-A109-5041EB7A02DB}"/>
                </a:ext>
              </a:extLst>
            </p:cNvPr>
            <p:cNvSpPr/>
            <p:nvPr/>
          </p:nvSpPr>
          <p:spPr>
            <a:xfrm>
              <a:off x="1505379" y="4620209"/>
              <a:ext cx="650399" cy="405632"/>
            </a:xfrm>
            <a:custGeom>
              <a:avLst/>
              <a:gdLst>
                <a:gd name="connsiteX0" fmla="*/ 648027 w 650399"/>
                <a:gd name="connsiteY0" fmla="*/ 143665 h 405632"/>
                <a:gd name="connsiteX1" fmla="*/ 616010 w 650399"/>
                <a:gd name="connsiteY1" fmla="*/ 208214 h 405632"/>
                <a:gd name="connsiteX2" fmla="*/ 547330 w 650399"/>
                <a:gd name="connsiteY2" fmla="*/ 358485 h 405632"/>
                <a:gd name="connsiteX3" fmla="*/ 428171 w 650399"/>
                <a:gd name="connsiteY3" fmla="*/ 397215 h 405632"/>
                <a:gd name="connsiteX4" fmla="*/ 53785 w 650399"/>
                <a:gd name="connsiteY4" fmla="*/ 403283 h 405632"/>
                <a:gd name="connsiteX5" fmla="*/ 5889 w 650399"/>
                <a:gd name="connsiteY5" fmla="*/ 391793 h 405632"/>
                <a:gd name="connsiteX6" fmla="*/ -49 w 650399"/>
                <a:gd name="connsiteY6" fmla="*/ 385854 h 405632"/>
                <a:gd name="connsiteX7" fmla="*/ 24738 w 650399"/>
                <a:gd name="connsiteY7" fmla="*/ 353063 h 405632"/>
                <a:gd name="connsiteX8" fmla="*/ 118335 w 650399"/>
                <a:gd name="connsiteY8" fmla="*/ 334731 h 405632"/>
                <a:gd name="connsiteX9" fmla="*/ 465739 w 650399"/>
                <a:gd name="connsiteY9" fmla="*/ 322725 h 405632"/>
                <a:gd name="connsiteX10" fmla="*/ 486782 w 650399"/>
                <a:gd name="connsiteY10" fmla="*/ 316916 h 405632"/>
                <a:gd name="connsiteX11" fmla="*/ 499692 w 650399"/>
                <a:gd name="connsiteY11" fmla="*/ 292387 h 405632"/>
                <a:gd name="connsiteX12" fmla="*/ 555205 w 650399"/>
                <a:gd name="connsiteY12" fmla="*/ 130755 h 405632"/>
                <a:gd name="connsiteX13" fmla="*/ 626596 w 650399"/>
                <a:gd name="connsiteY13" fmla="*/ -22 h 405632"/>
                <a:gd name="connsiteX14" fmla="*/ 639506 w 650399"/>
                <a:gd name="connsiteY14" fmla="*/ 44001 h 405632"/>
                <a:gd name="connsiteX15" fmla="*/ 648027 w 650399"/>
                <a:gd name="connsiteY15" fmla="*/ 143665 h 405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50399" h="405632">
                  <a:moveTo>
                    <a:pt x="648027" y="143665"/>
                  </a:moveTo>
                  <a:cubicBezTo>
                    <a:pt x="642604" y="166516"/>
                    <a:pt x="624918" y="186913"/>
                    <a:pt x="616010" y="208214"/>
                  </a:cubicBezTo>
                  <a:cubicBezTo>
                    <a:pt x="596516" y="255723"/>
                    <a:pt x="591610" y="325436"/>
                    <a:pt x="547330" y="358485"/>
                  </a:cubicBezTo>
                  <a:cubicBezTo>
                    <a:pt x="515571" y="386758"/>
                    <a:pt x="469870" y="393471"/>
                    <a:pt x="428171" y="397215"/>
                  </a:cubicBezTo>
                  <a:cubicBezTo>
                    <a:pt x="303591" y="408576"/>
                    <a:pt x="178107" y="405994"/>
                    <a:pt x="53785" y="403283"/>
                  </a:cubicBezTo>
                  <a:cubicBezTo>
                    <a:pt x="36989" y="404819"/>
                    <a:pt x="20155" y="400791"/>
                    <a:pt x="5889" y="391793"/>
                  </a:cubicBezTo>
                  <a:cubicBezTo>
                    <a:pt x="3695" y="390050"/>
                    <a:pt x="1694" y="388049"/>
                    <a:pt x="-49" y="385854"/>
                  </a:cubicBezTo>
                  <a:cubicBezTo>
                    <a:pt x="5321" y="373009"/>
                    <a:pt x="13855" y="361739"/>
                    <a:pt x="24738" y="353063"/>
                  </a:cubicBezTo>
                  <a:cubicBezTo>
                    <a:pt x="50558" y="333311"/>
                    <a:pt x="85931" y="333827"/>
                    <a:pt x="118335" y="334731"/>
                  </a:cubicBezTo>
                  <a:cubicBezTo>
                    <a:pt x="234278" y="338023"/>
                    <a:pt x="350299" y="334021"/>
                    <a:pt x="465739" y="322725"/>
                  </a:cubicBezTo>
                  <a:cubicBezTo>
                    <a:pt x="473149" y="322686"/>
                    <a:pt x="480405" y="320685"/>
                    <a:pt x="486782" y="316916"/>
                  </a:cubicBezTo>
                  <a:cubicBezTo>
                    <a:pt x="493663" y="310383"/>
                    <a:pt x="498207" y="301759"/>
                    <a:pt x="499692" y="292387"/>
                  </a:cubicBezTo>
                  <a:cubicBezTo>
                    <a:pt x="514861" y="237417"/>
                    <a:pt x="533400" y="183440"/>
                    <a:pt x="555205" y="130755"/>
                  </a:cubicBezTo>
                  <a:cubicBezTo>
                    <a:pt x="566953" y="102999"/>
                    <a:pt x="593934" y="10693"/>
                    <a:pt x="626596" y="-22"/>
                  </a:cubicBezTo>
                  <a:cubicBezTo>
                    <a:pt x="633903" y="13598"/>
                    <a:pt x="638292" y="28587"/>
                    <a:pt x="639506" y="44001"/>
                  </a:cubicBezTo>
                  <a:cubicBezTo>
                    <a:pt x="643250" y="74339"/>
                    <a:pt x="655385" y="112552"/>
                    <a:pt x="648027" y="143665"/>
                  </a:cubicBezTo>
                  <a:close/>
                </a:path>
              </a:pathLst>
            </a:custGeom>
            <a:solidFill>
              <a:srgbClr val="000000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89E08226-FB6A-4E30-9441-527DDA9A87CF}"/>
                </a:ext>
              </a:extLst>
            </p:cNvPr>
            <p:cNvSpPr/>
            <p:nvPr/>
          </p:nvSpPr>
          <p:spPr>
            <a:xfrm>
              <a:off x="1923303" y="5059016"/>
              <a:ext cx="322973" cy="597597"/>
            </a:xfrm>
            <a:custGeom>
              <a:avLst/>
              <a:gdLst>
                <a:gd name="connsiteX0" fmla="*/ 19155 w 322973"/>
                <a:gd name="connsiteY0" fmla="*/ 588668 h 597597"/>
                <a:gd name="connsiteX1" fmla="*/ 7278 w 322973"/>
                <a:gd name="connsiteY1" fmla="*/ 597576 h 597597"/>
                <a:gd name="connsiteX2" fmla="*/ 5470 w 322973"/>
                <a:gd name="connsiteY2" fmla="*/ 594607 h 597597"/>
                <a:gd name="connsiteX3" fmla="*/ 17347 w 322973"/>
                <a:gd name="connsiteY3" fmla="*/ 516115 h 597597"/>
                <a:gd name="connsiteX4" fmla="*/ 190081 w 322973"/>
                <a:gd name="connsiteY4" fmla="*/ 222415 h 597597"/>
                <a:gd name="connsiteX5" fmla="*/ 215901 w 322973"/>
                <a:gd name="connsiteY5" fmla="*/ 176456 h 597597"/>
                <a:gd name="connsiteX6" fmla="*/ 224293 w 322973"/>
                <a:gd name="connsiteY6" fmla="*/ 129077 h 597597"/>
                <a:gd name="connsiteX7" fmla="*/ 234620 w 322973"/>
                <a:gd name="connsiteY7" fmla="*/ 64528 h 597597"/>
                <a:gd name="connsiteX8" fmla="*/ 319051 w 322973"/>
                <a:gd name="connsiteY8" fmla="*/ -22 h 597597"/>
                <a:gd name="connsiteX9" fmla="*/ 322924 w 322973"/>
                <a:gd name="connsiteY9" fmla="*/ 144698 h 597597"/>
                <a:gd name="connsiteX10" fmla="*/ 19155 w 322973"/>
                <a:gd name="connsiteY10" fmla="*/ 588668 h 59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2973" h="597597">
                  <a:moveTo>
                    <a:pt x="19155" y="588668"/>
                  </a:moveTo>
                  <a:cubicBezTo>
                    <a:pt x="15605" y="592154"/>
                    <a:pt x="11615" y="595149"/>
                    <a:pt x="7278" y="597576"/>
                  </a:cubicBezTo>
                  <a:cubicBezTo>
                    <a:pt x="6632" y="596543"/>
                    <a:pt x="6116" y="595510"/>
                    <a:pt x="5470" y="594607"/>
                  </a:cubicBezTo>
                  <a:cubicBezTo>
                    <a:pt x="-7440" y="570336"/>
                    <a:pt x="4696" y="540643"/>
                    <a:pt x="17347" y="516115"/>
                  </a:cubicBezTo>
                  <a:cubicBezTo>
                    <a:pt x="69413" y="415082"/>
                    <a:pt x="127081" y="317019"/>
                    <a:pt x="190081" y="222415"/>
                  </a:cubicBezTo>
                  <a:cubicBezTo>
                    <a:pt x="200603" y="208253"/>
                    <a:pt x="209278" y="192813"/>
                    <a:pt x="215901" y="176456"/>
                  </a:cubicBezTo>
                  <a:cubicBezTo>
                    <a:pt x="220446" y="161029"/>
                    <a:pt x="223260" y="145137"/>
                    <a:pt x="224293" y="129077"/>
                  </a:cubicBezTo>
                  <a:cubicBezTo>
                    <a:pt x="226875" y="107259"/>
                    <a:pt x="230360" y="85700"/>
                    <a:pt x="234620" y="64528"/>
                  </a:cubicBezTo>
                  <a:cubicBezTo>
                    <a:pt x="267282" y="37675"/>
                    <a:pt x="319051" y="9919"/>
                    <a:pt x="319051" y="-22"/>
                  </a:cubicBezTo>
                  <a:cubicBezTo>
                    <a:pt x="321246" y="48261"/>
                    <a:pt x="322537" y="96286"/>
                    <a:pt x="322924" y="144698"/>
                  </a:cubicBezTo>
                  <a:cubicBezTo>
                    <a:pt x="322020" y="173100"/>
                    <a:pt x="58530" y="553553"/>
                    <a:pt x="19155" y="588668"/>
                  </a:cubicBezTo>
                  <a:close/>
                </a:path>
              </a:pathLst>
            </a:custGeom>
            <a:solidFill>
              <a:srgbClr val="000000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738E8E62-B625-4571-960A-4587C4995136}"/>
                </a:ext>
              </a:extLst>
            </p:cNvPr>
            <p:cNvSpPr/>
            <p:nvPr/>
          </p:nvSpPr>
          <p:spPr>
            <a:xfrm>
              <a:off x="2588925" y="3751816"/>
              <a:ext cx="36536" cy="51128"/>
            </a:xfrm>
            <a:custGeom>
              <a:avLst/>
              <a:gdLst>
                <a:gd name="connsiteX0" fmla="*/ 10259 w 36536"/>
                <a:gd name="connsiteY0" fmla="*/ 54 h 51128"/>
                <a:gd name="connsiteX1" fmla="*/ 1351 w 36536"/>
                <a:gd name="connsiteY1" fmla="*/ 4831 h 51128"/>
                <a:gd name="connsiteX2" fmla="*/ 576 w 36536"/>
                <a:gd name="connsiteY2" fmla="*/ 15546 h 51128"/>
                <a:gd name="connsiteX3" fmla="*/ 4707 w 36536"/>
                <a:gd name="connsiteY3" fmla="*/ 25616 h 51128"/>
                <a:gd name="connsiteX4" fmla="*/ 13615 w 36536"/>
                <a:gd name="connsiteY4" fmla="*/ 43560 h 51128"/>
                <a:gd name="connsiteX5" fmla="*/ 31044 w 36536"/>
                <a:gd name="connsiteY5" fmla="*/ 50790 h 51128"/>
                <a:gd name="connsiteX6" fmla="*/ 34916 w 36536"/>
                <a:gd name="connsiteY6" fmla="*/ 48337 h 51128"/>
                <a:gd name="connsiteX7" fmla="*/ 36466 w 36536"/>
                <a:gd name="connsiteY7" fmla="*/ 42527 h 51128"/>
                <a:gd name="connsiteX8" fmla="*/ 28720 w 36536"/>
                <a:gd name="connsiteY8" fmla="*/ 15417 h 51128"/>
                <a:gd name="connsiteX9" fmla="*/ 20974 w 36536"/>
                <a:gd name="connsiteY9" fmla="*/ 8704 h 51128"/>
                <a:gd name="connsiteX10" fmla="*/ 10259 w 36536"/>
                <a:gd name="connsiteY10" fmla="*/ 54 h 51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536" h="51128">
                  <a:moveTo>
                    <a:pt x="10259" y="54"/>
                  </a:moveTo>
                  <a:cubicBezTo>
                    <a:pt x="6566" y="-436"/>
                    <a:pt x="2990" y="1487"/>
                    <a:pt x="1351" y="4831"/>
                  </a:cubicBezTo>
                  <a:cubicBezTo>
                    <a:pt x="-198" y="8187"/>
                    <a:pt x="-470" y="11996"/>
                    <a:pt x="576" y="15546"/>
                  </a:cubicBezTo>
                  <a:cubicBezTo>
                    <a:pt x="1764" y="18980"/>
                    <a:pt x="3145" y="22336"/>
                    <a:pt x="4707" y="25616"/>
                  </a:cubicBezTo>
                  <a:cubicBezTo>
                    <a:pt x="6915" y="31941"/>
                    <a:pt x="9910" y="37970"/>
                    <a:pt x="13615" y="43560"/>
                  </a:cubicBezTo>
                  <a:cubicBezTo>
                    <a:pt x="17437" y="49254"/>
                    <a:pt x="24305" y="52107"/>
                    <a:pt x="31044" y="50790"/>
                  </a:cubicBezTo>
                  <a:cubicBezTo>
                    <a:pt x="32515" y="50299"/>
                    <a:pt x="33845" y="49460"/>
                    <a:pt x="34916" y="48337"/>
                  </a:cubicBezTo>
                  <a:cubicBezTo>
                    <a:pt x="35975" y="46581"/>
                    <a:pt x="36504" y="44567"/>
                    <a:pt x="36466" y="42527"/>
                  </a:cubicBezTo>
                  <a:cubicBezTo>
                    <a:pt x="36763" y="32910"/>
                    <a:pt x="34052" y="23434"/>
                    <a:pt x="28720" y="15417"/>
                  </a:cubicBezTo>
                  <a:cubicBezTo>
                    <a:pt x="26486" y="12809"/>
                    <a:pt x="23866" y="10550"/>
                    <a:pt x="20974" y="8704"/>
                  </a:cubicBezTo>
                  <a:cubicBezTo>
                    <a:pt x="17617" y="5863"/>
                    <a:pt x="15035" y="958"/>
                    <a:pt x="10259" y="54"/>
                  </a:cubicBezTo>
                  <a:close/>
                </a:path>
              </a:pathLst>
            </a:custGeom>
            <a:solidFill>
              <a:srgbClr val="000000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B93580B9-78E4-4DDF-8C44-E9F379F44A65}"/>
                </a:ext>
              </a:extLst>
            </p:cNvPr>
            <p:cNvSpPr/>
            <p:nvPr/>
          </p:nvSpPr>
          <p:spPr>
            <a:xfrm rot="1420199">
              <a:off x="3478310" y="3751427"/>
              <a:ext cx="305447" cy="145881"/>
            </a:xfrm>
            <a:custGeom>
              <a:avLst/>
              <a:gdLst>
                <a:gd name="connsiteX0" fmla="*/ 274931 w 305447"/>
                <a:gd name="connsiteY0" fmla="*/ -22 h 145881"/>
                <a:gd name="connsiteX1" fmla="*/ 305398 w 305447"/>
                <a:gd name="connsiteY1" fmla="*/ -22 h 145881"/>
                <a:gd name="connsiteX2" fmla="*/ 305398 w 305447"/>
                <a:gd name="connsiteY2" fmla="*/ 145860 h 145881"/>
                <a:gd name="connsiteX3" fmla="*/ 274931 w 305447"/>
                <a:gd name="connsiteY3" fmla="*/ 145860 h 145881"/>
                <a:gd name="connsiteX4" fmla="*/ 30418 w 305447"/>
                <a:gd name="connsiteY4" fmla="*/ 145860 h 145881"/>
                <a:gd name="connsiteX5" fmla="*/ -49 w 305447"/>
                <a:gd name="connsiteY5" fmla="*/ 145860 h 145881"/>
                <a:gd name="connsiteX6" fmla="*/ -49 w 305447"/>
                <a:gd name="connsiteY6" fmla="*/ -22 h 145881"/>
                <a:gd name="connsiteX7" fmla="*/ 30418 w 305447"/>
                <a:gd name="connsiteY7" fmla="*/ -22 h 145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5447" h="145881">
                  <a:moveTo>
                    <a:pt x="274931" y="-22"/>
                  </a:moveTo>
                  <a:cubicBezTo>
                    <a:pt x="291758" y="-22"/>
                    <a:pt x="305398" y="-22"/>
                    <a:pt x="305398" y="-22"/>
                  </a:cubicBezTo>
                  <a:lnTo>
                    <a:pt x="305398" y="145860"/>
                  </a:lnTo>
                  <a:cubicBezTo>
                    <a:pt x="305398" y="145860"/>
                    <a:pt x="291758" y="145860"/>
                    <a:pt x="274931" y="145860"/>
                  </a:cubicBezTo>
                  <a:lnTo>
                    <a:pt x="30418" y="145860"/>
                  </a:lnTo>
                  <a:cubicBezTo>
                    <a:pt x="13592" y="145860"/>
                    <a:pt x="-49" y="145860"/>
                    <a:pt x="-49" y="145860"/>
                  </a:cubicBezTo>
                  <a:lnTo>
                    <a:pt x="-49" y="-22"/>
                  </a:lnTo>
                  <a:cubicBezTo>
                    <a:pt x="-49" y="-22"/>
                    <a:pt x="13592" y="-22"/>
                    <a:pt x="30418" y="-22"/>
                  </a:cubicBezTo>
                  <a:close/>
                </a:path>
              </a:pathLst>
            </a:custGeom>
            <a:solidFill>
              <a:srgbClr val="2399F3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6F734B94-F6CA-4A95-A510-D26AFAA05E5E}"/>
                </a:ext>
              </a:extLst>
            </p:cNvPr>
            <p:cNvSpPr/>
            <p:nvPr/>
          </p:nvSpPr>
          <p:spPr>
            <a:xfrm rot="1420199">
              <a:off x="3460994" y="3800330"/>
              <a:ext cx="341595" cy="52930"/>
            </a:xfrm>
            <a:custGeom>
              <a:avLst/>
              <a:gdLst>
                <a:gd name="connsiteX0" fmla="*/ 315985 w 341595"/>
                <a:gd name="connsiteY0" fmla="*/ -22 h 52930"/>
                <a:gd name="connsiteX1" fmla="*/ 341546 w 341595"/>
                <a:gd name="connsiteY1" fmla="*/ -22 h 52930"/>
                <a:gd name="connsiteX2" fmla="*/ 341546 w 341595"/>
                <a:gd name="connsiteY2" fmla="*/ 52909 h 52930"/>
                <a:gd name="connsiteX3" fmla="*/ 315985 w 341595"/>
                <a:gd name="connsiteY3" fmla="*/ 52909 h 52930"/>
                <a:gd name="connsiteX4" fmla="*/ 25513 w 341595"/>
                <a:gd name="connsiteY4" fmla="*/ 52909 h 52930"/>
                <a:gd name="connsiteX5" fmla="*/ -49 w 341595"/>
                <a:gd name="connsiteY5" fmla="*/ 52909 h 52930"/>
                <a:gd name="connsiteX6" fmla="*/ -49 w 341595"/>
                <a:gd name="connsiteY6" fmla="*/ -22 h 52930"/>
                <a:gd name="connsiteX7" fmla="*/ 25513 w 341595"/>
                <a:gd name="connsiteY7" fmla="*/ -22 h 52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1595" h="52930">
                  <a:moveTo>
                    <a:pt x="315985" y="-22"/>
                  </a:moveTo>
                  <a:cubicBezTo>
                    <a:pt x="330102" y="-22"/>
                    <a:pt x="341546" y="-22"/>
                    <a:pt x="341546" y="-22"/>
                  </a:cubicBezTo>
                  <a:lnTo>
                    <a:pt x="341546" y="52909"/>
                  </a:lnTo>
                  <a:cubicBezTo>
                    <a:pt x="341546" y="52909"/>
                    <a:pt x="330102" y="52909"/>
                    <a:pt x="315985" y="52909"/>
                  </a:cubicBezTo>
                  <a:lnTo>
                    <a:pt x="25513" y="52909"/>
                  </a:lnTo>
                  <a:cubicBezTo>
                    <a:pt x="11395" y="52909"/>
                    <a:pt x="-49" y="52909"/>
                    <a:pt x="-49" y="52909"/>
                  </a:cubicBezTo>
                  <a:lnTo>
                    <a:pt x="-49" y="-22"/>
                  </a:lnTo>
                  <a:cubicBezTo>
                    <a:pt x="-49" y="-22"/>
                    <a:pt x="11395" y="-22"/>
                    <a:pt x="25513" y="-22"/>
                  </a:cubicBezTo>
                  <a:close/>
                </a:path>
              </a:pathLst>
            </a:custGeom>
            <a:solidFill>
              <a:srgbClr val="2399F3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C1666BD5-BE0F-4549-906B-19D6E3664B3C}"/>
                </a:ext>
              </a:extLst>
            </p:cNvPr>
            <p:cNvSpPr/>
            <p:nvPr/>
          </p:nvSpPr>
          <p:spPr>
            <a:xfrm>
              <a:off x="3537264" y="3126328"/>
              <a:ext cx="562743" cy="690112"/>
            </a:xfrm>
            <a:custGeom>
              <a:avLst/>
              <a:gdLst>
                <a:gd name="connsiteX0" fmla="*/ 539971 w 562743"/>
                <a:gd name="connsiteY0" fmla="*/ 378834 h 690112"/>
                <a:gd name="connsiteX1" fmla="*/ 461866 w 562743"/>
                <a:gd name="connsiteY1" fmla="*/ 480822 h 690112"/>
                <a:gd name="connsiteX2" fmla="*/ 248853 w 562743"/>
                <a:gd name="connsiteY2" fmla="*/ 690091 h 690112"/>
                <a:gd name="connsiteX3" fmla="*/ -49 w 562743"/>
                <a:gd name="connsiteY3" fmla="*/ 581003 h 690112"/>
                <a:gd name="connsiteX4" fmla="*/ 22801 w 562743"/>
                <a:gd name="connsiteY4" fmla="*/ 271166 h 690112"/>
                <a:gd name="connsiteX5" fmla="*/ 291507 w 562743"/>
                <a:gd name="connsiteY5" fmla="*/ -19 h 690112"/>
                <a:gd name="connsiteX6" fmla="*/ 562692 w 562743"/>
                <a:gd name="connsiteY6" fmla="*/ 268674 h 690112"/>
                <a:gd name="connsiteX7" fmla="*/ 539971 w 562743"/>
                <a:gd name="connsiteY7" fmla="*/ 378318 h 690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2743" h="690112">
                  <a:moveTo>
                    <a:pt x="539971" y="378834"/>
                  </a:moveTo>
                  <a:cubicBezTo>
                    <a:pt x="522581" y="418648"/>
                    <a:pt x="495768" y="453647"/>
                    <a:pt x="461866" y="480822"/>
                  </a:cubicBezTo>
                  <a:lnTo>
                    <a:pt x="248853" y="690091"/>
                  </a:lnTo>
                  <a:lnTo>
                    <a:pt x="-49" y="581003"/>
                  </a:lnTo>
                  <a:lnTo>
                    <a:pt x="22801" y="271166"/>
                  </a:lnTo>
                  <a:cubicBezTo>
                    <a:pt x="22117" y="122081"/>
                    <a:pt x="142411" y="667"/>
                    <a:pt x="291507" y="-19"/>
                  </a:cubicBezTo>
                  <a:cubicBezTo>
                    <a:pt x="440591" y="-706"/>
                    <a:pt x="561995" y="119595"/>
                    <a:pt x="562692" y="268674"/>
                  </a:cubicBezTo>
                  <a:cubicBezTo>
                    <a:pt x="562860" y="306410"/>
                    <a:pt x="555127" y="343758"/>
                    <a:pt x="539971" y="378318"/>
                  </a:cubicBezTo>
                  <a:close/>
                </a:path>
              </a:pathLst>
            </a:custGeom>
            <a:solidFill>
              <a:srgbClr val="2399F3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10C1FB26-41DD-46A5-9B2C-6AD79FCC907E}"/>
                </a:ext>
              </a:extLst>
            </p:cNvPr>
            <p:cNvSpPr/>
            <p:nvPr/>
          </p:nvSpPr>
          <p:spPr>
            <a:xfrm>
              <a:off x="3537264" y="3126328"/>
              <a:ext cx="562743" cy="690112"/>
            </a:xfrm>
            <a:custGeom>
              <a:avLst/>
              <a:gdLst>
                <a:gd name="connsiteX0" fmla="*/ 539971 w 562743"/>
                <a:gd name="connsiteY0" fmla="*/ 378834 h 690112"/>
                <a:gd name="connsiteX1" fmla="*/ 461866 w 562743"/>
                <a:gd name="connsiteY1" fmla="*/ 480822 h 690112"/>
                <a:gd name="connsiteX2" fmla="*/ 248853 w 562743"/>
                <a:gd name="connsiteY2" fmla="*/ 690091 h 690112"/>
                <a:gd name="connsiteX3" fmla="*/ -49 w 562743"/>
                <a:gd name="connsiteY3" fmla="*/ 581003 h 690112"/>
                <a:gd name="connsiteX4" fmla="*/ 22801 w 562743"/>
                <a:gd name="connsiteY4" fmla="*/ 271166 h 690112"/>
                <a:gd name="connsiteX5" fmla="*/ 291507 w 562743"/>
                <a:gd name="connsiteY5" fmla="*/ -19 h 690112"/>
                <a:gd name="connsiteX6" fmla="*/ 562692 w 562743"/>
                <a:gd name="connsiteY6" fmla="*/ 268674 h 690112"/>
                <a:gd name="connsiteX7" fmla="*/ 539971 w 562743"/>
                <a:gd name="connsiteY7" fmla="*/ 378318 h 690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2743" h="690112">
                  <a:moveTo>
                    <a:pt x="539971" y="378834"/>
                  </a:moveTo>
                  <a:cubicBezTo>
                    <a:pt x="522581" y="418648"/>
                    <a:pt x="495768" y="453647"/>
                    <a:pt x="461866" y="480822"/>
                  </a:cubicBezTo>
                  <a:lnTo>
                    <a:pt x="248853" y="690091"/>
                  </a:lnTo>
                  <a:lnTo>
                    <a:pt x="-49" y="581003"/>
                  </a:lnTo>
                  <a:lnTo>
                    <a:pt x="22801" y="271166"/>
                  </a:lnTo>
                  <a:cubicBezTo>
                    <a:pt x="22117" y="122081"/>
                    <a:pt x="142411" y="667"/>
                    <a:pt x="291507" y="-19"/>
                  </a:cubicBezTo>
                  <a:cubicBezTo>
                    <a:pt x="440591" y="-706"/>
                    <a:pt x="561995" y="119595"/>
                    <a:pt x="562692" y="268674"/>
                  </a:cubicBezTo>
                  <a:cubicBezTo>
                    <a:pt x="562860" y="306410"/>
                    <a:pt x="555127" y="343758"/>
                    <a:pt x="539971" y="378318"/>
                  </a:cubicBezTo>
                  <a:close/>
                </a:path>
              </a:pathLst>
            </a:custGeom>
            <a:solidFill>
              <a:srgbClr val="FFFFFF">
                <a:alpha val="69000"/>
              </a:srgbClr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37049D3A-4545-4BDD-93B3-B48B2C4D4C1D}"/>
                </a:ext>
              </a:extLst>
            </p:cNvPr>
            <p:cNvSpPr/>
            <p:nvPr/>
          </p:nvSpPr>
          <p:spPr>
            <a:xfrm>
              <a:off x="3626122" y="3441791"/>
              <a:ext cx="269216" cy="333080"/>
            </a:xfrm>
            <a:custGeom>
              <a:avLst/>
              <a:gdLst>
                <a:gd name="connsiteX0" fmla="*/ 299 w 269216"/>
                <a:gd name="connsiteY0" fmla="*/ 309434 h 333080"/>
                <a:gd name="connsiteX1" fmla="*/ 50906 w 269216"/>
                <a:gd name="connsiteY1" fmla="*/ 41941 h 333080"/>
                <a:gd name="connsiteX2" fmla="*/ 92088 w 269216"/>
                <a:gd name="connsiteY2" fmla="*/ 113 h 333080"/>
                <a:gd name="connsiteX3" fmla="*/ 136757 w 269216"/>
                <a:gd name="connsiteY3" fmla="*/ 51752 h 333080"/>
                <a:gd name="connsiteX4" fmla="*/ 104353 w 269216"/>
                <a:gd name="connsiteY4" fmla="*/ 142122 h 333080"/>
                <a:gd name="connsiteX5" fmla="*/ 111324 w 269216"/>
                <a:gd name="connsiteY5" fmla="*/ 73441 h 333080"/>
                <a:gd name="connsiteX6" fmla="*/ 134562 w 269216"/>
                <a:gd name="connsiteY6" fmla="*/ 27869 h 333080"/>
                <a:gd name="connsiteX7" fmla="*/ 181554 w 269216"/>
                <a:gd name="connsiteY7" fmla="*/ 14959 h 333080"/>
                <a:gd name="connsiteX8" fmla="*/ 202080 w 269216"/>
                <a:gd name="connsiteY8" fmla="*/ 84156 h 333080"/>
                <a:gd name="connsiteX9" fmla="*/ 149538 w 269216"/>
                <a:gd name="connsiteY9" fmla="*/ 155031 h 333080"/>
                <a:gd name="connsiteX10" fmla="*/ 208535 w 269216"/>
                <a:gd name="connsiteY10" fmla="*/ 72279 h 333080"/>
                <a:gd name="connsiteX11" fmla="*/ 243650 w 269216"/>
                <a:gd name="connsiteY11" fmla="*/ 67244 h 333080"/>
                <a:gd name="connsiteX12" fmla="*/ 268695 w 269216"/>
                <a:gd name="connsiteY12" fmla="*/ 90482 h 333080"/>
                <a:gd name="connsiteX13" fmla="*/ 266759 w 269216"/>
                <a:gd name="connsiteY13" fmla="*/ 110880 h 333080"/>
                <a:gd name="connsiteX14" fmla="*/ 179359 w 269216"/>
                <a:gd name="connsiteY14" fmla="*/ 231071 h 333080"/>
                <a:gd name="connsiteX15" fmla="*/ 68722 w 269216"/>
                <a:gd name="connsiteY15" fmla="*/ 333059 h 333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9216" h="333080">
                  <a:moveTo>
                    <a:pt x="299" y="309434"/>
                  </a:moveTo>
                  <a:cubicBezTo>
                    <a:pt x="-2773" y="217631"/>
                    <a:pt x="14500" y="126281"/>
                    <a:pt x="50906" y="41941"/>
                  </a:cubicBezTo>
                  <a:cubicBezTo>
                    <a:pt x="59039" y="23093"/>
                    <a:pt x="71691" y="2049"/>
                    <a:pt x="92088" y="113"/>
                  </a:cubicBezTo>
                  <a:cubicBezTo>
                    <a:pt x="117263" y="-2211"/>
                    <a:pt x="134562" y="25933"/>
                    <a:pt x="136757" y="51752"/>
                  </a:cubicBezTo>
                  <a:cubicBezTo>
                    <a:pt x="139481" y="85137"/>
                    <a:pt x="127681" y="118083"/>
                    <a:pt x="104353" y="142122"/>
                  </a:cubicBezTo>
                  <a:cubicBezTo>
                    <a:pt x="100235" y="119026"/>
                    <a:pt x="102649" y="95233"/>
                    <a:pt x="111324" y="73441"/>
                  </a:cubicBezTo>
                  <a:cubicBezTo>
                    <a:pt x="115520" y="56684"/>
                    <a:pt x="123472" y="41102"/>
                    <a:pt x="134562" y="27869"/>
                  </a:cubicBezTo>
                  <a:cubicBezTo>
                    <a:pt x="146297" y="14650"/>
                    <a:pt x="164720" y="9589"/>
                    <a:pt x="181554" y="14959"/>
                  </a:cubicBezTo>
                  <a:cubicBezTo>
                    <a:pt x="206083" y="24771"/>
                    <a:pt x="209956" y="58853"/>
                    <a:pt x="202080" y="84156"/>
                  </a:cubicBezTo>
                  <a:cubicBezTo>
                    <a:pt x="192953" y="112984"/>
                    <a:pt x="174467" y="137926"/>
                    <a:pt x="149538" y="155031"/>
                  </a:cubicBezTo>
                  <a:cubicBezTo>
                    <a:pt x="152971" y="118871"/>
                    <a:pt x="175474" y="87319"/>
                    <a:pt x="208535" y="72279"/>
                  </a:cubicBezTo>
                  <a:cubicBezTo>
                    <a:pt x="219432" y="66986"/>
                    <a:pt x="231709" y="65217"/>
                    <a:pt x="243650" y="67244"/>
                  </a:cubicBezTo>
                  <a:cubicBezTo>
                    <a:pt x="255760" y="69542"/>
                    <a:pt x="265494" y="78579"/>
                    <a:pt x="268695" y="90482"/>
                  </a:cubicBezTo>
                  <a:cubicBezTo>
                    <a:pt x="269728" y="97337"/>
                    <a:pt x="269057" y="104334"/>
                    <a:pt x="266759" y="110880"/>
                  </a:cubicBezTo>
                  <a:cubicBezTo>
                    <a:pt x="253849" y="159292"/>
                    <a:pt x="217314" y="198021"/>
                    <a:pt x="179359" y="231071"/>
                  </a:cubicBezTo>
                  <a:cubicBezTo>
                    <a:pt x="141404" y="264120"/>
                    <a:pt x="99834" y="293554"/>
                    <a:pt x="68722" y="333059"/>
                  </a:cubicBezTo>
                </a:path>
              </a:pathLst>
            </a:custGeom>
            <a:noFill/>
            <a:ln w="10320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6887E07B-C05C-43F8-95CC-4482E0066876}"/>
                </a:ext>
              </a:extLst>
            </p:cNvPr>
            <p:cNvSpPr/>
            <p:nvPr/>
          </p:nvSpPr>
          <p:spPr>
            <a:xfrm rot="1420199">
              <a:off x="3478310" y="3751427"/>
              <a:ext cx="305447" cy="145881"/>
            </a:xfrm>
            <a:custGeom>
              <a:avLst/>
              <a:gdLst>
                <a:gd name="connsiteX0" fmla="*/ 274931 w 305447"/>
                <a:gd name="connsiteY0" fmla="*/ -22 h 145881"/>
                <a:gd name="connsiteX1" fmla="*/ 305398 w 305447"/>
                <a:gd name="connsiteY1" fmla="*/ -22 h 145881"/>
                <a:gd name="connsiteX2" fmla="*/ 305398 w 305447"/>
                <a:gd name="connsiteY2" fmla="*/ 145860 h 145881"/>
                <a:gd name="connsiteX3" fmla="*/ 274931 w 305447"/>
                <a:gd name="connsiteY3" fmla="*/ 145860 h 145881"/>
                <a:gd name="connsiteX4" fmla="*/ 30418 w 305447"/>
                <a:gd name="connsiteY4" fmla="*/ 145860 h 145881"/>
                <a:gd name="connsiteX5" fmla="*/ -49 w 305447"/>
                <a:gd name="connsiteY5" fmla="*/ 145860 h 145881"/>
                <a:gd name="connsiteX6" fmla="*/ -49 w 305447"/>
                <a:gd name="connsiteY6" fmla="*/ -22 h 145881"/>
                <a:gd name="connsiteX7" fmla="*/ 30418 w 305447"/>
                <a:gd name="connsiteY7" fmla="*/ -22 h 145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5447" h="145881">
                  <a:moveTo>
                    <a:pt x="274931" y="-22"/>
                  </a:moveTo>
                  <a:cubicBezTo>
                    <a:pt x="291758" y="-22"/>
                    <a:pt x="305398" y="-22"/>
                    <a:pt x="305398" y="-22"/>
                  </a:cubicBezTo>
                  <a:lnTo>
                    <a:pt x="305398" y="145860"/>
                  </a:lnTo>
                  <a:cubicBezTo>
                    <a:pt x="305398" y="145860"/>
                    <a:pt x="291758" y="145860"/>
                    <a:pt x="274931" y="145860"/>
                  </a:cubicBezTo>
                  <a:lnTo>
                    <a:pt x="30418" y="145860"/>
                  </a:lnTo>
                  <a:cubicBezTo>
                    <a:pt x="13592" y="145860"/>
                    <a:pt x="-49" y="145860"/>
                    <a:pt x="-49" y="145860"/>
                  </a:cubicBezTo>
                  <a:lnTo>
                    <a:pt x="-49" y="-22"/>
                  </a:lnTo>
                  <a:cubicBezTo>
                    <a:pt x="-49" y="-22"/>
                    <a:pt x="13592" y="-22"/>
                    <a:pt x="30418" y="-22"/>
                  </a:cubicBezTo>
                  <a:close/>
                </a:path>
              </a:pathLst>
            </a:custGeom>
            <a:solidFill>
              <a:srgbClr val="000000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CCF98552-3CE2-40BF-B415-C1296A96C703}"/>
                </a:ext>
              </a:extLst>
            </p:cNvPr>
            <p:cNvSpPr/>
            <p:nvPr/>
          </p:nvSpPr>
          <p:spPr>
            <a:xfrm rot="1420199">
              <a:off x="3460994" y="3800330"/>
              <a:ext cx="341595" cy="52930"/>
            </a:xfrm>
            <a:custGeom>
              <a:avLst/>
              <a:gdLst>
                <a:gd name="connsiteX0" fmla="*/ 315985 w 341595"/>
                <a:gd name="connsiteY0" fmla="*/ -22 h 52930"/>
                <a:gd name="connsiteX1" fmla="*/ 341546 w 341595"/>
                <a:gd name="connsiteY1" fmla="*/ -22 h 52930"/>
                <a:gd name="connsiteX2" fmla="*/ 341546 w 341595"/>
                <a:gd name="connsiteY2" fmla="*/ 52909 h 52930"/>
                <a:gd name="connsiteX3" fmla="*/ 315985 w 341595"/>
                <a:gd name="connsiteY3" fmla="*/ 52909 h 52930"/>
                <a:gd name="connsiteX4" fmla="*/ 25513 w 341595"/>
                <a:gd name="connsiteY4" fmla="*/ 52909 h 52930"/>
                <a:gd name="connsiteX5" fmla="*/ -49 w 341595"/>
                <a:gd name="connsiteY5" fmla="*/ 52909 h 52930"/>
                <a:gd name="connsiteX6" fmla="*/ -49 w 341595"/>
                <a:gd name="connsiteY6" fmla="*/ -22 h 52930"/>
                <a:gd name="connsiteX7" fmla="*/ 25513 w 341595"/>
                <a:gd name="connsiteY7" fmla="*/ -22 h 52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1595" h="52930">
                  <a:moveTo>
                    <a:pt x="315985" y="-22"/>
                  </a:moveTo>
                  <a:cubicBezTo>
                    <a:pt x="330102" y="-22"/>
                    <a:pt x="341546" y="-22"/>
                    <a:pt x="341546" y="-22"/>
                  </a:cubicBezTo>
                  <a:lnTo>
                    <a:pt x="341546" y="52909"/>
                  </a:lnTo>
                  <a:cubicBezTo>
                    <a:pt x="341546" y="52909"/>
                    <a:pt x="330102" y="52909"/>
                    <a:pt x="315985" y="52909"/>
                  </a:cubicBezTo>
                  <a:lnTo>
                    <a:pt x="25513" y="52909"/>
                  </a:lnTo>
                  <a:cubicBezTo>
                    <a:pt x="11395" y="52909"/>
                    <a:pt x="-49" y="52909"/>
                    <a:pt x="-49" y="52909"/>
                  </a:cubicBezTo>
                  <a:lnTo>
                    <a:pt x="-49" y="-22"/>
                  </a:lnTo>
                  <a:cubicBezTo>
                    <a:pt x="-49" y="-22"/>
                    <a:pt x="11395" y="-22"/>
                    <a:pt x="25513" y="-22"/>
                  </a:cubicBezTo>
                  <a:close/>
                </a:path>
              </a:pathLst>
            </a:custGeom>
            <a:solidFill>
              <a:srgbClr val="000000"/>
            </a:solidFill>
            <a:ln w="129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D2FA20EE-3953-410C-B5DA-BEBF3CF1A993}"/>
              </a:ext>
            </a:extLst>
          </p:cNvPr>
          <p:cNvSpPr/>
          <p:nvPr userDrawn="1"/>
        </p:nvSpPr>
        <p:spPr>
          <a:xfrm rot="17737803" flipH="1" flipV="1">
            <a:off x="9525952" y="-1636348"/>
            <a:ext cx="2160364" cy="4113619"/>
          </a:xfrm>
          <a:custGeom>
            <a:avLst/>
            <a:gdLst>
              <a:gd name="connsiteX0" fmla="*/ 2598916 w 3307629"/>
              <a:gd name="connsiteY0" fmla="*/ 68693 h 6298164"/>
              <a:gd name="connsiteX1" fmla="*/ 3307629 w 3307629"/>
              <a:gd name="connsiteY1" fmla="*/ 3034747 h 6298164"/>
              <a:gd name="connsiteX2" fmla="*/ 2598917 w 3307629"/>
              <a:gd name="connsiteY2" fmla="*/ 6000801 h 6298164"/>
              <a:gd name="connsiteX3" fmla="*/ 2432294 w 3307629"/>
              <a:gd name="connsiteY3" fmla="*/ 6298164 h 6298164"/>
              <a:gd name="connsiteX4" fmla="*/ 0 w 3307629"/>
              <a:gd name="connsiteY4" fmla="*/ 1228401 h 6298164"/>
              <a:gd name="connsiteX5" fmla="*/ 2560424 w 3307629"/>
              <a:gd name="connsiteY5" fmla="*/ 0 h 6298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07629" h="6298164">
                <a:moveTo>
                  <a:pt x="2598916" y="68693"/>
                </a:moveTo>
                <a:cubicBezTo>
                  <a:pt x="3049776" y="942132"/>
                  <a:pt x="3307629" y="1954896"/>
                  <a:pt x="3307629" y="3034747"/>
                </a:cubicBezTo>
                <a:cubicBezTo>
                  <a:pt x="3307629" y="4114599"/>
                  <a:pt x="3049775" y="5127362"/>
                  <a:pt x="2598917" y="6000801"/>
                </a:cubicBezTo>
                <a:lnTo>
                  <a:pt x="2432294" y="6298164"/>
                </a:lnTo>
                <a:lnTo>
                  <a:pt x="0" y="1228401"/>
                </a:lnTo>
                <a:lnTo>
                  <a:pt x="2560424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2">
                  <a:lumMod val="67000"/>
                  <a:lumOff val="33000"/>
                </a:schemeClr>
              </a:gs>
            </a:gsLst>
            <a:lin ang="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996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3136AD0-72A9-4717-9FA6-7BD2D2531668}"/>
              </a:ext>
            </a:extLst>
          </p:cNvPr>
          <p:cNvSpPr/>
          <p:nvPr userDrawn="1"/>
        </p:nvSpPr>
        <p:spPr>
          <a:xfrm rot="3862197" flipV="1">
            <a:off x="375538" y="-1167118"/>
            <a:ext cx="1539361" cy="2942721"/>
          </a:xfrm>
          <a:custGeom>
            <a:avLst/>
            <a:gdLst>
              <a:gd name="connsiteX0" fmla="*/ 0 w 1539361"/>
              <a:gd name="connsiteY0" fmla="*/ 570428 h 2942721"/>
              <a:gd name="connsiteX1" fmla="*/ 1138142 w 1539361"/>
              <a:gd name="connsiteY1" fmla="*/ 2942721 h 2942721"/>
              <a:gd name="connsiteX2" fmla="*/ 1205809 w 1539361"/>
              <a:gd name="connsiteY2" fmla="*/ 2821960 h 2942721"/>
              <a:gd name="connsiteX3" fmla="*/ 1539361 w 1539361"/>
              <a:gd name="connsiteY3" fmla="*/ 1426000 h 2942721"/>
              <a:gd name="connsiteX4" fmla="*/ 1205809 w 1539361"/>
              <a:gd name="connsiteY4" fmla="*/ 30040 h 2942721"/>
              <a:gd name="connsiteX5" fmla="*/ 1188975 w 1539361"/>
              <a:gd name="connsiteY5" fmla="*/ 0 h 294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9361" h="2942721">
                <a:moveTo>
                  <a:pt x="0" y="570428"/>
                </a:moveTo>
                <a:lnTo>
                  <a:pt x="1138142" y="2942721"/>
                </a:lnTo>
                <a:lnTo>
                  <a:pt x="1205809" y="2821960"/>
                </a:lnTo>
                <a:cubicBezTo>
                  <a:pt x="1418003" y="2410880"/>
                  <a:pt x="1539361" y="1934227"/>
                  <a:pt x="1539361" y="1426000"/>
                </a:cubicBezTo>
                <a:cubicBezTo>
                  <a:pt x="1539361" y="917773"/>
                  <a:pt x="1418004" y="441120"/>
                  <a:pt x="1205809" y="30040"/>
                </a:cubicBezTo>
                <a:lnTo>
                  <a:pt x="1188975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2">
                  <a:alpha val="0"/>
                  <a:lumMod val="67000"/>
                  <a:lumOff val="33000"/>
                </a:schemeClr>
              </a:gs>
            </a:gsLst>
            <a:lin ang="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1995710A-780E-40F0-B7D2-9C8A82844B06}"/>
              </a:ext>
            </a:extLst>
          </p:cNvPr>
          <p:cNvSpPr/>
          <p:nvPr userDrawn="1"/>
        </p:nvSpPr>
        <p:spPr>
          <a:xfrm rot="3153389" flipV="1">
            <a:off x="179579" y="-853358"/>
            <a:ext cx="1430810" cy="2820111"/>
          </a:xfrm>
          <a:custGeom>
            <a:avLst/>
            <a:gdLst>
              <a:gd name="connsiteX0" fmla="*/ 720432 w 1430810"/>
              <a:gd name="connsiteY0" fmla="*/ 2332270 h 2820111"/>
              <a:gd name="connsiteX1" fmla="*/ 1094002 w 1430810"/>
              <a:gd name="connsiteY1" fmla="*/ 2820111 h 2820111"/>
              <a:gd name="connsiteX2" fmla="*/ 1097258 w 1430810"/>
              <a:gd name="connsiteY2" fmla="*/ 2814301 h 2820111"/>
              <a:gd name="connsiteX3" fmla="*/ 1430810 w 1430810"/>
              <a:gd name="connsiteY3" fmla="*/ 1418341 h 2820111"/>
              <a:gd name="connsiteX4" fmla="*/ 1097258 w 1430810"/>
              <a:gd name="connsiteY4" fmla="*/ 22381 h 2820111"/>
              <a:gd name="connsiteX5" fmla="*/ 1084716 w 1430810"/>
              <a:gd name="connsiteY5" fmla="*/ 0 h 2820111"/>
              <a:gd name="connsiteX6" fmla="*/ 0 w 1430810"/>
              <a:gd name="connsiteY6" fmla="*/ 830635 h 2820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0810" h="2820111">
                <a:moveTo>
                  <a:pt x="720432" y="2332270"/>
                </a:moveTo>
                <a:lnTo>
                  <a:pt x="1094002" y="2820111"/>
                </a:lnTo>
                <a:lnTo>
                  <a:pt x="1097258" y="2814301"/>
                </a:lnTo>
                <a:cubicBezTo>
                  <a:pt x="1309452" y="2403221"/>
                  <a:pt x="1430810" y="1926568"/>
                  <a:pt x="1430810" y="1418341"/>
                </a:cubicBezTo>
                <a:cubicBezTo>
                  <a:pt x="1430810" y="910114"/>
                  <a:pt x="1309453" y="433461"/>
                  <a:pt x="1097258" y="22381"/>
                </a:cubicBezTo>
                <a:lnTo>
                  <a:pt x="1084716" y="0"/>
                </a:lnTo>
                <a:lnTo>
                  <a:pt x="0" y="830635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46000"/>
                </a:schemeClr>
              </a:gs>
              <a:gs pos="0">
                <a:srgbClr val="476CE1">
                  <a:lumMod val="67000"/>
                  <a:lumOff val="33000"/>
                  <a:alpha val="0"/>
                </a:srgbClr>
              </a:gs>
            </a:gsLst>
            <a:lin ang="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43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CDECB064-65C7-4355-AA0D-7977DF44F419}"/>
              </a:ext>
            </a:extLst>
          </p:cNvPr>
          <p:cNvSpPr/>
          <p:nvPr userDrawn="1"/>
        </p:nvSpPr>
        <p:spPr>
          <a:xfrm>
            <a:off x="7419820" y="6109300"/>
            <a:ext cx="4772181" cy="748700"/>
          </a:xfrm>
          <a:custGeom>
            <a:avLst/>
            <a:gdLst>
              <a:gd name="connsiteX0" fmla="*/ 665403 w 4772181"/>
              <a:gd name="connsiteY0" fmla="*/ 498429 h 748700"/>
              <a:gd name="connsiteX1" fmla="*/ 1539167 w 4772181"/>
              <a:gd name="connsiteY1" fmla="*/ 715853 h 748700"/>
              <a:gd name="connsiteX2" fmla="*/ 1694062 w 4772181"/>
              <a:gd name="connsiteY2" fmla="*/ 748700 h 748700"/>
              <a:gd name="connsiteX3" fmla="*/ 0 w 4772181"/>
              <a:gd name="connsiteY3" fmla="*/ 748700 h 748700"/>
              <a:gd name="connsiteX4" fmla="*/ 27767 w 4772181"/>
              <a:gd name="connsiteY4" fmla="*/ 724104 h 748700"/>
              <a:gd name="connsiteX5" fmla="*/ 601437 w 4772181"/>
              <a:gd name="connsiteY5" fmla="*/ 499844 h 748700"/>
              <a:gd name="connsiteX6" fmla="*/ 665403 w 4772181"/>
              <a:gd name="connsiteY6" fmla="*/ 498429 h 748700"/>
              <a:gd name="connsiteX7" fmla="*/ 4096991 w 4772181"/>
              <a:gd name="connsiteY7" fmla="*/ 1590 h 748700"/>
              <a:gd name="connsiteX8" fmla="*/ 4630873 w 4772181"/>
              <a:gd name="connsiteY8" fmla="*/ 46985 h 748700"/>
              <a:gd name="connsiteX9" fmla="*/ 4772181 w 4772181"/>
              <a:gd name="connsiteY9" fmla="*/ 69513 h 748700"/>
              <a:gd name="connsiteX10" fmla="*/ 4772181 w 4772181"/>
              <a:gd name="connsiteY10" fmla="*/ 748700 h 748700"/>
              <a:gd name="connsiteX11" fmla="*/ 2293680 w 4772181"/>
              <a:gd name="connsiteY11" fmla="*/ 748700 h 748700"/>
              <a:gd name="connsiteX12" fmla="*/ 2359930 w 4772181"/>
              <a:gd name="connsiteY12" fmla="*/ 726241 h 748700"/>
              <a:gd name="connsiteX13" fmla="*/ 3622429 w 4772181"/>
              <a:gd name="connsiteY13" fmla="*/ 25282 h 748700"/>
              <a:gd name="connsiteX14" fmla="*/ 4096991 w 4772181"/>
              <a:gd name="connsiteY14" fmla="*/ 1590 h 74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72181" h="748700">
                <a:moveTo>
                  <a:pt x="665403" y="498429"/>
                </a:moveTo>
                <a:cubicBezTo>
                  <a:pt x="871815" y="507728"/>
                  <a:pt x="1204270" y="633078"/>
                  <a:pt x="1539167" y="715853"/>
                </a:cubicBezTo>
                <a:lnTo>
                  <a:pt x="1694062" y="748700"/>
                </a:lnTo>
                <a:lnTo>
                  <a:pt x="0" y="748700"/>
                </a:lnTo>
                <a:lnTo>
                  <a:pt x="27767" y="724104"/>
                </a:lnTo>
                <a:cubicBezTo>
                  <a:pt x="166422" y="618002"/>
                  <a:pt x="444214" y="516242"/>
                  <a:pt x="601437" y="499844"/>
                </a:cubicBezTo>
                <a:cubicBezTo>
                  <a:pt x="621090" y="497795"/>
                  <a:pt x="642469" y="497395"/>
                  <a:pt x="665403" y="498429"/>
                </a:cubicBezTo>
                <a:close/>
                <a:moveTo>
                  <a:pt x="4096991" y="1590"/>
                </a:moveTo>
                <a:cubicBezTo>
                  <a:pt x="4270973" y="6594"/>
                  <a:pt x="4454842" y="23112"/>
                  <a:pt x="4630873" y="46985"/>
                </a:cubicBezTo>
                <a:lnTo>
                  <a:pt x="4772181" y="69513"/>
                </a:lnTo>
                <a:lnTo>
                  <a:pt x="4772181" y="748700"/>
                </a:lnTo>
                <a:lnTo>
                  <a:pt x="2293680" y="748700"/>
                </a:lnTo>
                <a:lnTo>
                  <a:pt x="2359930" y="726241"/>
                </a:lnTo>
                <a:cubicBezTo>
                  <a:pt x="2780763" y="560159"/>
                  <a:pt x="3144732" y="102929"/>
                  <a:pt x="3622429" y="25282"/>
                </a:cubicBezTo>
                <a:cubicBezTo>
                  <a:pt x="3758914" y="3098"/>
                  <a:pt x="3923009" y="-3414"/>
                  <a:pt x="4096991" y="159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215900" dist="38100" dir="162000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AC5D0313-6AA0-4BAF-A9C0-E31F53453595}"/>
              </a:ext>
            </a:extLst>
          </p:cNvPr>
          <p:cNvSpPr/>
          <p:nvPr userDrawn="1"/>
        </p:nvSpPr>
        <p:spPr>
          <a:xfrm>
            <a:off x="0" y="0"/>
            <a:ext cx="3875940" cy="532566"/>
          </a:xfrm>
          <a:custGeom>
            <a:avLst/>
            <a:gdLst>
              <a:gd name="connsiteX0" fmla="*/ 0 w 3875940"/>
              <a:gd name="connsiteY0" fmla="*/ 0 h 532566"/>
              <a:gd name="connsiteX1" fmla="*/ 3875940 w 3875940"/>
              <a:gd name="connsiteY1" fmla="*/ 0 h 532566"/>
              <a:gd name="connsiteX2" fmla="*/ 3821362 w 3875940"/>
              <a:gd name="connsiteY2" fmla="*/ 23206 h 532566"/>
              <a:gd name="connsiteX3" fmla="*/ 2720051 w 3875940"/>
              <a:gd name="connsiteY3" fmla="*/ 358815 h 532566"/>
              <a:gd name="connsiteX4" fmla="*/ 1932972 w 3875940"/>
              <a:gd name="connsiteY4" fmla="*/ 196770 h 532566"/>
              <a:gd name="connsiteX5" fmla="*/ 567159 w 3875940"/>
              <a:gd name="connsiteY5" fmla="*/ 532435 h 532566"/>
              <a:gd name="connsiteX6" fmla="*/ 60745 w 3875940"/>
              <a:gd name="connsiteY6" fmla="*/ 471295 h 532566"/>
              <a:gd name="connsiteX7" fmla="*/ 0 w 3875940"/>
              <a:gd name="connsiteY7" fmla="*/ 455847 h 53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75940" h="532566">
                <a:moveTo>
                  <a:pt x="0" y="0"/>
                </a:moveTo>
                <a:lnTo>
                  <a:pt x="3875940" y="0"/>
                </a:lnTo>
                <a:lnTo>
                  <a:pt x="3821362" y="23206"/>
                </a:lnTo>
                <a:cubicBezTo>
                  <a:pt x="3466619" y="165595"/>
                  <a:pt x="2917544" y="318666"/>
                  <a:pt x="2720051" y="358815"/>
                </a:cubicBezTo>
                <a:cubicBezTo>
                  <a:pt x="2368952" y="430192"/>
                  <a:pt x="2291787" y="167833"/>
                  <a:pt x="1932972" y="196770"/>
                </a:cubicBezTo>
                <a:cubicBezTo>
                  <a:pt x="1574157" y="225707"/>
                  <a:pt x="983847" y="526648"/>
                  <a:pt x="567159" y="532435"/>
                </a:cubicBezTo>
                <a:cubicBezTo>
                  <a:pt x="410901" y="534605"/>
                  <a:pt x="231313" y="509647"/>
                  <a:pt x="60745" y="471295"/>
                </a:cubicBezTo>
                <a:lnTo>
                  <a:pt x="0" y="455847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228600" dist="38100" dir="540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432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301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6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3D27F3B3-FAA8-4BBE-932F-D465D93EFB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98462" y="83245"/>
            <a:ext cx="1402001" cy="62958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A9DFAEA-9F0A-4CF5-971F-F22F0DE4D435}"/>
              </a:ext>
            </a:extLst>
          </p:cNvPr>
          <p:cNvSpPr/>
          <p:nvPr userDrawn="1"/>
        </p:nvSpPr>
        <p:spPr>
          <a:xfrm>
            <a:off x="626964" y="568470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b="1" dirty="0">
                <a:solidFill>
                  <a:schemeClr val="bg1"/>
                </a:solidFill>
                <a:cs typeface="+mn-ea"/>
                <a:sym typeface="+mn-lt"/>
              </a:rPr>
              <a:t>标注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DA086F-81AA-4C77-BA1A-348052804012}"/>
              </a:ext>
            </a:extLst>
          </p:cNvPr>
          <p:cNvSpPr/>
          <p:nvPr userDrawn="1"/>
        </p:nvSpPr>
        <p:spPr>
          <a:xfrm>
            <a:off x="2450801" y="595724"/>
            <a:ext cx="1402001" cy="345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字体使用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CC3E7E-E910-4161-9062-84589863CA39}"/>
              </a:ext>
            </a:extLst>
          </p:cNvPr>
          <p:cNvSpPr/>
          <p:nvPr userDrawn="1"/>
        </p:nvSpPr>
        <p:spPr>
          <a:xfrm>
            <a:off x="2450801" y="1984424"/>
            <a:ext cx="1402001" cy="345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行距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2E5E2F-D2C7-4668-B60A-F009EA271142}"/>
              </a:ext>
            </a:extLst>
          </p:cNvPr>
          <p:cNvSpPr/>
          <p:nvPr userDrawn="1"/>
        </p:nvSpPr>
        <p:spPr>
          <a:xfrm>
            <a:off x="2450801" y="2790834"/>
            <a:ext cx="1402001" cy="345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图片出处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DC206F-C52B-4ED1-AFCA-680652BAC7EB}"/>
              </a:ext>
            </a:extLst>
          </p:cNvPr>
          <p:cNvSpPr/>
          <p:nvPr userDrawn="1"/>
        </p:nvSpPr>
        <p:spPr>
          <a:xfrm>
            <a:off x="2450801" y="4186377"/>
            <a:ext cx="1402001" cy="345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声明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754CF55-8A2F-4C69-831E-6A85D97A046C}"/>
              </a:ext>
            </a:extLst>
          </p:cNvPr>
          <p:cNvSpPr/>
          <p:nvPr userDrawn="1"/>
        </p:nvSpPr>
        <p:spPr>
          <a:xfrm>
            <a:off x="2450801" y="5572088"/>
            <a:ext cx="1402001" cy="345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作者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900262-8330-426C-BC03-2EDF61D09CC8}"/>
              </a:ext>
            </a:extLst>
          </p:cNvPr>
          <p:cNvSpPr/>
          <p:nvPr userDrawn="1"/>
        </p:nvSpPr>
        <p:spPr>
          <a:xfrm>
            <a:off x="3852802" y="594849"/>
            <a:ext cx="7074345" cy="5386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英文 微软雅黑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中文 微软雅黑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正文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1.5</a:t>
            </a: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/>
                <a:ea typeface="微软雅黑"/>
                <a:cs typeface="+mn-ea"/>
                <a:sym typeface="+mn-lt"/>
              </a:rPr>
              <a:t>自律的音律（免费可商用）</a:t>
            </a:r>
            <a:endParaRPr lang="en-US" altLang="zh-CN" sz="1400" dirty="0">
              <a:solidFill>
                <a:prstClr val="white"/>
              </a:solidFill>
              <a:latin typeface="微软雅黑"/>
              <a:ea typeface="微软雅黑"/>
              <a:cs typeface="+mn-ea"/>
              <a:sym typeface="+mn-l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本网站所提供的任何信息内容（包括但不限于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PPT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 模板、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Word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 文档、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Excel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 图表、图片素材等）均受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中华人民共和国著作权法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信息网络传播权保护条例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及其他适用的法律法规的保护，未经权利人书面明确授权，信息内容的任何部分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(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包括图片或图表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不得被全部或部分的复制、传播、销售，否则将承担法律责任。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智慧树同学（邮箱：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346826826@qq.com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6210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3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420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0" r:id="rId3"/>
    <p:sldLayoutId id="2147483651" r:id="rId4"/>
    <p:sldLayoutId id="2147483653" r:id="rId5"/>
    <p:sldLayoutId id="214748366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文本框 118">
            <a:extLst>
              <a:ext uri="{FF2B5EF4-FFF2-40B4-BE49-F238E27FC236}">
                <a16:creationId xmlns:a16="http://schemas.microsoft.com/office/drawing/2014/main" id="{F6BAD00B-C29C-477D-B594-A89D8D6AA2D5}"/>
              </a:ext>
            </a:extLst>
          </p:cNvPr>
          <p:cNvSpPr txBox="1"/>
          <p:nvPr/>
        </p:nvSpPr>
        <p:spPr>
          <a:xfrm>
            <a:off x="940063" y="1301717"/>
            <a:ext cx="526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latin typeface="+mj-ea"/>
                <a:ea typeface="+mj-ea"/>
              </a:rPr>
              <a:t>工作汇报总结</a:t>
            </a:r>
          </a:p>
        </p:txBody>
      </p:sp>
      <p:sp>
        <p:nvSpPr>
          <p:cNvPr id="120" name="平行四边形 119">
            <a:extLst>
              <a:ext uri="{FF2B5EF4-FFF2-40B4-BE49-F238E27FC236}">
                <a16:creationId xmlns:a16="http://schemas.microsoft.com/office/drawing/2014/main" id="{06CA3DF1-31FD-4ADB-824C-3A69B9E55AC0}"/>
              </a:ext>
            </a:extLst>
          </p:cNvPr>
          <p:cNvSpPr/>
          <p:nvPr/>
        </p:nvSpPr>
        <p:spPr>
          <a:xfrm>
            <a:off x="269534" y="1093346"/>
            <a:ext cx="2819400" cy="187122"/>
          </a:xfrm>
          <a:prstGeom prst="parallelogram">
            <a:avLst/>
          </a:prstGeom>
          <a:gradFill>
            <a:gsLst>
              <a:gs pos="100000">
                <a:schemeClr val="accent3"/>
              </a:gs>
              <a:gs pos="20000">
                <a:schemeClr val="accent3">
                  <a:alpha val="0"/>
                </a:schemeClr>
              </a:gs>
            </a:gsLst>
            <a:lin ang="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21" name="平行四边形 120">
            <a:extLst>
              <a:ext uri="{FF2B5EF4-FFF2-40B4-BE49-F238E27FC236}">
                <a16:creationId xmlns:a16="http://schemas.microsoft.com/office/drawing/2014/main" id="{E90B3919-14F7-46A1-9965-5DFF15F3D682}"/>
              </a:ext>
            </a:extLst>
          </p:cNvPr>
          <p:cNvSpPr/>
          <p:nvPr/>
        </p:nvSpPr>
        <p:spPr>
          <a:xfrm>
            <a:off x="15293" y="1204773"/>
            <a:ext cx="2819400" cy="187122"/>
          </a:xfrm>
          <a:prstGeom prst="parallelogram">
            <a:avLst/>
          </a:prstGeom>
          <a:gradFill>
            <a:gsLst>
              <a:gs pos="100000">
                <a:schemeClr val="accent3"/>
              </a:gs>
              <a:gs pos="20000">
                <a:schemeClr val="accent3">
                  <a:alpha val="0"/>
                </a:schemeClr>
              </a:gs>
            </a:gsLst>
            <a:lin ang="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22" name="平行四边形 121">
            <a:extLst>
              <a:ext uri="{FF2B5EF4-FFF2-40B4-BE49-F238E27FC236}">
                <a16:creationId xmlns:a16="http://schemas.microsoft.com/office/drawing/2014/main" id="{51C0F95F-90C5-4D77-A146-B2F692E72CD5}"/>
              </a:ext>
            </a:extLst>
          </p:cNvPr>
          <p:cNvSpPr/>
          <p:nvPr/>
        </p:nvSpPr>
        <p:spPr>
          <a:xfrm>
            <a:off x="2093924" y="2394815"/>
            <a:ext cx="2819400" cy="187122"/>
          </a:xfrm>
          <a:prstGeom prst="parallelogram">
            <a:avLst/>
          </a:prstGeom>
          <a:gradFill>
            <a:gsLst>
              <a:gs pos="100000">
                <a:schemeClr val="accent3"/>
              </a:gs>
              <a:gs pos="20000">
                <a:schemeClr val="accent3">
                  <a:alpha val="0"/>
                </a:schemeClr>
              </a:gs>
            </a:gsLst>
            <a:lin ang="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23" name="平行四边形 122">
            <a:extLst>
              <a:ext uri="{FF2B5EF4-FFF2-40B4-BE49-F238E27FC236}">
                <a16:creationId xmlns:a16="http://schemas.microsoft.com/office/drawing/2014/main" id="{9117D04B-2823-4777-89F8-244176DEADC8}"/>
              </a:ext>
            </a:extLst>
          </p:cNvPr>
          <p:cNvSpPr/>
          <p:nvPr/>
        </p:nvSpPr>
        <p:spPr>
          <a:xfrm>
            <a:off x="2960396" y="2529252"/>
            <a:ext cx="2819400" cy="187122"/>
          </a:xfrm>
          <a:prstGeom prst="parallelogram">
            <a:avLst/>
          </a:prstGeom>
          <a:gradFill>
            <a:gsLst>
              <a:gs pos="100000">
                <a:schemeClr val="accent3"/>
              </a:gs>
              <a:gs pos="20000">
                <a:schemeClr val="accent3">
                  <a:alpha val="0"/>
                </a:schemeClr>
              </a:gs>
            </a:gsLst>
            <a:lin ang="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0100E67D-DEA5-4F9C-9638-DE65D6A4DC21}"/>
              </a:ext>
            </a:extLst>
          </p:cNvPr>
          <p:cNvSpPr txBox="1"/>
          <p:nvPr/>
        </p:nvSpPr>
        <p:spPr>
          <a:xfrm>
            <a:off x="971178" y="2426270"/>
            <a:ext cx="45031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>
                <a:latin typeface="+mj-ea"/>
                <a:ea typeface="+mj-ea"/>
              </a:rPr>
              <a:t>Work report </a:t>
            </a:r>
            <a:endParaRPr lang="zh-CN" altLang="en-US" sz="5400" b="1" dirty="0">
              <a:latin typeface="+mj-ea"/>
              <a:ea typeface="+mj-ea"/>
            </a:endParaRPr>
          </a:p>
        </p:txBody>
      </p:sp>
      <p:sp>
        <p:nvSpPr>
          <p:cNvPr id="127" name="矩形: 圆角 126">
            <a:extLst>
              <a:ext uri="{FF2B5EF4-FFF2-40B4-BE49-F238E27FC236}">
                <a16:creationId xmlns:a16="http://schemas.microsoft.com/office/drawing/2014/main" id="{B75B2787-5C3A-49FA-BB52-A869280DC87E}"/>
              </a:ext>
            </a:extLst>
          </p:cNvPr>
          <p:cNvSpPr/>
          <p:nvPr/>
        </p:nvSpPr>
        <p:spPr>
          <a:xfrm>
            <a:off x="1118737" y="3727497"/>
            <a:ext cx="3411221" cy="649188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汇报人：胡代金</a:t>
            </a:r>
          </a:p>
        </p:txBody>
      </p: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EA983F7E-8BBF-4D5A-AA64-479D6BCCC169}"/>
              </a:ext>
            </a:extLst>
          </p:cNvPr>
          <p:cNvSpPr/>
          <p:nvPr/>
        </p:nvSpPr>
        <p:spPr>
          <a:xfrm>
            <a:off x="807869" y="4464617"/>
            <a:ext cx="3861786" cy="649188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汇报时间：</a:t>
            </a:r>
            <a:r>
              <a:rPr lang="en-US" altLang="zh-CN" sz="2400" dirty="0">
                <a:solidFill>
                  <a:schemeClr val="tx1"/>
                </a:solidFill>
              </a:rPr>
              <a:t>2024.10.14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066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FC557B5-B9DD-48AD-A24E-0EB638E1B6D6}"/>
              </a:ext>
            </a:extLst>
          </p:cNvPr>
          <p:cNvSpPr txBox="1"/>
          <p:nvPr/>
        </p:nvSpPr>
        <p:spPr>
          <a:xfrm>
            <a:off x="2508942" y="93532"/>
            <a:ext cx="2837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j-ea"/>
                <a:ea typeface="+mj-ea"/>
              </a:rPr>
              <a:t>测试</a:t>
            </a:r>
            <a:r>
              <a:rPr lang="en-US" altLang="zh-CN" sz="2800" b="1" dirty="0">
                <a:latin typeface="+mj-ea"/>
                <a:ea typeface="+mj-ea"/>
              </a:rPr>
              <a:t>SCADE</a:t>
            </a:r>
            <a:r>
              <a:rPr lang="zh-CN" altLang="en-US" sz="2800" b="1" dirty="0">
                <a:latin typeface="+mj-ea"/>
                <a:ea typeface="+mj-ea"/>
              </a:rPr>
              <a:t>示例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2AE6681-FED9-4548-AAF5-BFAFB2AC6043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A7E2659-2EE1-4CB7-9C43-3F5134A269D3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8D7FB54-BF0D-4217-9717-432B4836371B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6F99F57-0C59-C9D8-7CBC-11E624B37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530035"/>
              </p:ext>
            </p:extLst>
          </p:nvPr>
        </p:nvGraphicFramePr>
        <p:xfrm>
          <a:off x="1706810" y="2916464"/>
          <a:ext cx="8315014" cy="28651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57507">
                  <a:extLst>
                    <a:ext uri="{9D8B030D-6E8A-4147-A177-3AD203B41FA5}">
                      <a16:colId xmlns:a16="http://schemas.microsoft.com/office/drawing/2014/main" val="2326604778"/>
                    </a:ext>
                  </a:extLst>
                </a:gridCol>
                <a:gridCol w="4157507">
                  <a:extLst>
                    <a:ext uri="{9D8B030D-6E8A-4147-A177-3AD203B41FA5}">
                      <a16:colId xmlns:a16="http://schemas.microsoft.com/office/drawing/2014/main" val="3822573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SCADE</a:t>
                      </a:r>
                      <a:r>
                        <a:rPr lang="zh-CN" altLang="en-US" dirty="0"/>
                        <a:t>示例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存在的问题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779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ABC_N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712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Cruise Control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）、（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06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Fighter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）、（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）、（</a:t>
                      </a:r>
                      <a:r>
                        <a:rPr lang="en-US" altLang="zh-CN" dirty="0"/>
                        <a:t>3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152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Flight Control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）、（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）、（</a:t>
                      </a:r>
                      <a:r>
                        <a:rPr lang="en-US" altLang="zh-CN" dirty="0"/>
                        <a:t>3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989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Pilot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）、（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867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Roll Control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）、（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）</a:t>
                      </a:r>
                      <a:r>
                        <a:rPr lang="en-US" altLang="zh-CN" dirty="0"/>
                        <a:t>- </a:t>
                      </a:r>
                      <a:r>
                        <a:rPr lang="zh-CN" altLang="en-US" dirty="0"/>
                        <a:t>与数组有关，</a:t>
                      </a:r>
                      <a:r>
                        <a:rPr lang="en-US" altLang="zh-CN" dirty="0"/>
                        <a:t>Array_expr2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798407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CEBE54AF-6331-2E90-4B85-25EF6604CB9D}"/>
              </a:ext>
            </a:extLst>
          </p:cNvPr>
          <p:cNvSpPr txBox="1"/>
          <p:nvPr/>
        </p:nvSpPr>
        <p:spPr>
          <a:xfrm>
            <a:off x="1706810" y="780644"/>
            <a:ext cx="95944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出现的问题：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）数组、高阶迭代器文法暂时不支持</a:t>
            </a:r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）预处理失败（</a:t>
            </a:r>
            <a:r>
              <a:rPr lang="en-US" altLang="zh-CN" sz="2000" dirty="0" err="1"/>
              <a:t>getSameLevelRely</a:t>
            </a:r>
            <a:r>
              <a:rPr lang="zh-CN" altLang="en-US" sz="2000" dirty="0"/>
              <a:t>，可能因为寻找依赖关系出了问题）</a:t>
            </a:r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）部分图形界面代码可能无法生成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4</a:t>
            </a:r>
            <a:r>
              <a:rPr lang="zh-CN" altLang="en-US" sz="2000" dirty="0"/>
              <a:t>）无法生成</a:t>
            </a:r>
            <a:r>
              <a:rPr lang="en-US" altLang="zh-CN" sz="2000" dirty="0" err="1"/>
              <a:t>scade</a:t>
            </a:r>
            <a:r>
              <a:rPr lang="zh-CN" altLang="en-US" sz="2000" dirty="0"/>
              <a:t>代码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41957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C9F7E-DDB7-D2B7-BAC3-DA0003067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67E52B2-E070-2009-B155-D58CC4C353D6}"/>
              </a:ext>
            </a:extLst>
          </p:cNvPr>
          <p:cNvSpPr txBox="1"/>
          <p:nvPr/>
        </p:nvSpPr>
        <p:spPr>
          <a:xfrm>
            <a:off x="2508942" y="93532"/>
            <a:ext cx="2837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j-ea"/>
                <a:ea typeface="+mj-ea"/>
              </a:rPr>
              <a:t>测试</a:t>
            </a:r>
            <a:r>
              <a:rPr lang="en-US" altLang="zh-CN" sz="2800" b="1" dirty="0">
                <a:latin typeface="+mj-ea"/>
                <a:ea typeface="+mj-ea"/>
              </a:rPr>
              <a:t>SCADE</a:t>
            </a:r>
            <a:r>
              <a:rPr lang="zh-CN" altLang="en-US" sz="2800" b="1" dirty="0">
                <a:latin typeface="+mj-ea"/>
                <a:ea typeface="+mj-ea"/>
              </a:rPr>
              <a:t>示例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8637B1F-1D73-60FF-BEAE-CB8B765DAF5D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06DDCD62-93FB-90F5-9825-C598259BB688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222A0590-BB5C-EC46-A531-790BA98A37E9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7D90F71-8E6F-98B0-F9D2-035646565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556813"/>
              </p:ext>
            </p:extLst>
          </p:nvPr>
        </p:nvGraphicFramePr>
        <p:xfrm>
          <a:off x="1706810" y="2916464"/>
          <a:ext cx="8315014" cy="25958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57507">
                  <a:extLst>
                    <a:ext uri="{9D8B030D-6E8A-4147-A177-3AD203B41FA5}">
                      <a16:colId xmlns:a16="http://schemas.microsoft.com/office/drawing/2014/main" val="2326604778"/>
                    </a:ext>
                  </a:extLst>
                </a:gridCol>
                <a:gridCol w="4157507">
                  <a:extLst>
                    <a:ext uri="{9D8B030D-6E8A-4147-A177-3AD203B41FA5}">
                      <a16:colId xmlns:a16="http://schemas.microsoft.com/office/drawing/2014/main" val="3822573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SCADE</a:t>
                      </a:r>
                      <a:r>
                        <a:rPr lang="zh-CN" altLang="en-US" dirty="0"/>
                        <a:t>示例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生成正确的模块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779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ABC_N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712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Cruise Control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CruiseSpeedMgt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06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Fighter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152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Flight Control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989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Pilot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867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Roll Control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RollRateCalculate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798407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930AC5FD-7DD7-1283-7A03-9A1BE3ACB879}"/>
              </a:ext>
            </a:extLst>
          </p:cNvPr>
          <p:cNvSpPr txBox="1"/>
          <p:nvPr/>
        </p:nvSpPr>
        <p:spPr>
          <a:xfrm>
            <a:off x="1706810" y="780645"/>
            <a:ext cx="1015295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主要的大问题：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）数组、高阶迭代器文法暂时不支持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</a:t>
            </a:r>
            <a:r>
              <a:rPr lang="en-US" altLang="zh-CN" sz="2000" dirty="0"/>
              <a:t>type </a:t>
            </a:r>
            <a:r>
              <a:rPr lang="zh-CN" altLang="en-US" sz="2000" dirty="0"/>
              <a:t>识别失败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）函数参数类型、文件名、函数名生成错误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4</a:t>
            </a:r>
            <a:r>
              <a:rPr lang="zh-CN" altLang="en-US" sz="2000" dirty="0"/>
              <a:t>）状态机生成错误</a:t>
            </a:r>
          </a:p>
        </p:txBody>
      </p:sp>
    </p:spTree>
    <p:extLst>
      <p:ext uri="{BB962C8B-B14F-4D97-AF65-F5344CB8AC3E}">
        <p14:creationId xmlns:p14="http://schemas.microsoft.com/office/powerpoint/2010/main" val="90001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FC557B5-B9DD-48AD-A24E-0EB638E1B6D6}"/>
              </a:ext>
            </a:extLst>
          </p:cNvPr>
          <p:cNvSpPr txBox="1"/>
          <p:nvPr/>
        </p:nvSpPr>
        <p:spPr>
          <a:xfrm>
            <a:off x="2508942" y="93532"/>
            <a:ext cx="14061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+mj-ea"/>
                <a:ea typeface="+mj-ea"/>
              </a:rPr>
              <a:t>ABC_N</a:t>
            </a:r>
            <a:endParaRPr lang="zh-CN" altLang="en-US" sz="2800" b="1" dirty="0"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2AE6681-FED9-4548-AAF5-BFAFB2AC6043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A7E2659-2EE1-4CB7-9C43-3F5134A269D3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8D7FB54-BF0D-4217-9717-432B4836371B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C2BF78C-58E5-D93C-DF92-AF40882928FD}"/>
              </a:ext>
            </a:extLst>
          </p:cNvPr>
          <p:cNvSpPr txBox="1"/>
          <p:nvPr/>
        </p:nvSpPr>
        <p:spPr>
          <a:xfrm>
            <a:off x="1298762" y="4629034"/>
            <a:ext cx="95944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通过状态机模拟控制系统中锁定、解锁的功能。</a:t>
            </a:r>
            <a:endParaRPr lang="en-US" altLang="zh-CN" sz="2000" dirty="0"/>
          </a:p>
          <a:p>
            <a:r>
              <a:rPr lang="zh-CN" altLang="en-US" sz="2000" dirty="0"/>
              <a:t>输入信号（</a:t>
            </a:r>
            <a:r>
              <a:rPr lang="en-US" altLang="zh-CN" sz="2000" dirty="0"/>
              <a:t>Lock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LockSig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UnlockSig</a:t>
            </a:r>
            <a:r>
              <a:rPr lang="zh-CN" altLang="en-US" sz="2000" dirty="0"/>
              <a:t>）来控制状态的切换。对应的输出信号（如</a:t>
            </a:r>
            <a:r>
              <a:rPr lang="en-US" altLang="zh-CN" sz="2000" dirty="0" err="1"/>
              <a:t>lockFail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lockRaise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buttonPressed</a:t>
            </a:r>
            <a:r>
              <a:rPr lang="zh-CN" altLang="en-US" sz="2000" dirty="0"/>
              <a:t>）则把状态机的逻辑变化用不同的颜色反馈给外部显示界面，提示当前的状态。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029A9B6-B97C-1A29-9DA4-983B1BCED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740" y="865810"/>
            <a:ext cx="5678518" cy="351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125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FC557B5-B9DD-48AD-A24E-0EB638E1B6D6}"/>
              </a:ext>
            </a:extLst>
          </p:cNvPr>
          <p:cNvSpPr txBox="1"/>
          <p:nvPr/>
        </p:nvSpPr>
        <p:spPr>
          <a:xfrm>
            <a:off x="2508942" y="93532"/>
            <a:ext cx="14061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+mj-ea"/>
                <a:ea typeface="+mj-ea"/>
              </a:rPr>
              <a:t>ABC_N</a:t>
            </a:r>
            <a:endParaRPr lang="zh-CN" altLang="en-US" sz="2800" b="1" dirty="0"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2AE6681-FED9-4548-AAF5-BFAFB2AC6043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A7E2659-2EE1-4CB7-9C43-3F5134A269D3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8D7FB54-BF0D-4217-9717-432B4836371B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C2BF78C-58E5-D93C-DF92-AF40882928FD}"/>
              </a:ext>
            </a:extLst>
          </p:cNvPr>
          <p:cNvSpPr txBox="1"/>
          <p:nvPr/>
        </p:nvSpPr>
        <p:spPr>
          <a:xfrm>
            <a:off x="8691331" y="3962073"/>
            <a:ext cx="2573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不能定义数组变量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7942C3-1B04-3200-5E23-250935F93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30" y="1132329"/>
            <a:ext cx="5353993" cy="322985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E7BB8AB-0749-0694-7F7A-52E96212F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241" y="1132329"/>
            <a:ext cx="4552381" cy="2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985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FC557B5-B9DD-48AD-A24E-0EB638E1B6D6}"/>
              </a:ext>
            </a:extLst>
          </p:cNvPr>
          <p:cNvSpPr txBox="1"/>
          <p:nvPr/>
        </p:nvSpPr>
        <p:spPr>
          <a:xfrm>
            <a:off x="2508942" y="93532"/>
            <a:ext cx="2815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+mj-ea"/>
                <a:ea typeface="+mj-ea"/>
              </a:rPr>
              <a:t>Cruise_Control</a:t>
            </a:r>
            <a:endParaRPr lang="zh-CN" altLang="en-US" sz="2800" b="1" dirty="0"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2AE6681-FED9-4548-AAF5-BFAFB2AC6043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A7E2659-2EE1-4CB7-9C43-3F5134A269D3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8D7FB54-BF0D-4217-9717-432B4836371B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C2BF78C-58E5-D93C-DF92-AF40882928FD}"/>
              </a:ext>
            </a:extLst>
          </p:cNvPr>
          <p:cNvSpPr txBox="1"/>
          <p:nvPr/>
        </p:nvSpPr>
        <p:spPr>
          <a:xfrm>
            <a:off x="703321" y="4504837"/>
            <a:ext cx="111922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汽车巡航控制系统。三大核心状态</a:t>
            </a:r>
            <a:endParaRPr lang="en-US" altLang="zh-CN" sz="2000" dirty="0"/>
          </a:p>
          <a:p>
            <a:r>
              <a:rPr lang="en-US" altLang="zh-CN" sz="2000" dirty="0"/>
              <a:t>Active</a:t>
            </a:r>
            <a:r>
              <a:rPr lang="zh-CN" altLang="en-US" sz="2000" dirty="0"/>
              <a:t>（激活状态）：在巡航系统被激活后，车辆的速度控制逻辑开始起作用。此时，系统会根据驾驶员设定的速度调整油门输出。</a:t>
            </a:r>
            <a:endParaRPr lang="en-US" altLang="zh-CN" sz="2000" dirty="0"/>
          </a:p>
          <a:p>
            <a:r>
              <a:rPr lang="en-US" altLang="zh-CN" sz="2000" dirty="0" err="1"/>
              <a:t>StandBy</a:t>
            </a:r>
            <a:r>
              <a:rPr lang="zh-CN" altLang="en-US" sz="2000" dirty="0"/>
              <a:t>（待机状态）：巡航系统处于启用但暂时未激活的状态，可能由于驾驶员暂时踩下刹车，系统暂停工作。此时，通过</a:t>
            </a:r>
            <a:r>
              <a:rPr lang="en-US" altLang="zh-CN" sz="2000" dirty="0" err="1"/>
              <a:t>StbyCondition</a:t>
            </a:r>
            <a:r>
              <a:rPr lang="zh-CN" altLang="en-US" sz="2000" dirty="0"/>
              <a:t>判断条件，巡航系统可以切换至待机状态。</a:t>
            </a:r>
            <a:endParaRPr lang="en-US" altLang="zh-CN" sz="2000" dirty="0"/>
          </a:p>
          <a:p>
            <a:r>
              <a:rPr lang="en-US" altLang="zh-CN" sz="2000" dirty="0"/>
              <a:t>Interrupt</a:t>
            </a:r>
            <a:r>
              <a:rPr lang="zh-CN" altLang="en-US" sz="2000" dirty="0"/>
              <a:t>（中断状态）：当驾驶员踩下刹车（</a:t>
            </a:r>
            <a:r>
              <a:rPr lang="en-US" altLang="zh-CN" sz="2000" dirty="0"/>
              <a:t>Brake &gt; </a:t>
            </a:r>
            <a:r>
              <a:rPr lang="en-US" altLang="zh-CN" sz="2000" dirty="0" err="1"/>
              <a:t>PedalsMin</a:t>
            </a:r>
            <a:r>
              <a:rPr lang="zh-CN" altLang="en-US" sz="2000" dirty="0"/>
              <a:t>），巡航控制逻辑会立即中断，进入一个中断状态，确保驾驶员能够完全掌控车辆的加减速。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C849CD-0B97-2A01-3761-EE96E198E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0948"/>
            <a:ext cx="5892553" cy="376389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F7718A4-04B8-8A41-FBAD-0BA0F2BC4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553" y="1481132"/>
            <a:ext cx="6293779" cy="228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45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FC557B5-B9DD-48AD-A24E-0EB638E1B6D6}"/>
              </a:ext>
            </a:extLst>
          </p:cNvPr>
          <p:cNvSpPr txBox="1"/>
          <p:nvPr/>
        </p:nvSpPr>
        <p:spPr>
          <a:xfrm>
            <a:off x="2508942" y="93532"/>
            <a:ext cx="2815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+mj-ea"/>
                <a:ea typeface="+mj-ea"/>
              </a:rPr>
              <a:t>Cruise_Control</a:t>
            </a:r>
            <a:endParaRPr lang="zh-CN" altLang="en-US" sz="2800" b="1" dirty="0"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2AE6681-FED9-4548-AAF5-BFAFB2AC6043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A7E2659-2EE1-4CB7-9C43-3F5134A269D3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8D7FB54-BF0D-4217-9717-432B4836371B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C2BF78C-58E5-D93C-DF92-AF40882928FD}"/>
              </a:ext>
            </a:extLst>
          </p:cNvPr>
          <p:cNvSpPr txBox="1"/>
          <p:nvPr/>
        </p:nvSpPr>
        <p:spPr>
          <a:xfrm>
            <a:off x="986785" y="1322725"/>
            <a:ext cx="105401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CruiseSpeedMgt</a:t>
            </a:r>
            <a:r>
              <a:rPr lang="zh-CN" altLang="en-US" sz="2000" dirty="0"/>
              <a:t>模块：负责管理巡航速度的设置与调节，当驾驶员设定新的巡航速度时，系统会更新并维持新的速度。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 err="1"/>
              <a:t>CruiseRegulation</a:t>
            </a:r>
            <a:r>
              <a:rPr lang="zh-CN" altLang="en-US" sz="2000" dirty="0"/>
              <a:t>模块：通过 </a:t>
            </a:r>
            <a:r>
              <a:rPr lang="en-US" altLang="zh-CN" sz="2000" dirty="0"/>
              <a:t>PI </a:t>
            </a:r>
            <a:r>
              <a:rPr lang="zh-CN" altLang="en-US" sz="2000" dirty="0"/>
              <a:t>控制器来调整油门输出，设定的巡航速度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状态转换逻辑：整个巡航控制系统通过状态机（</a:t>
            </a:r>
            <a:r>
              <a:rPr lang="en-US" altLang="zh-CN" sz="2000" dirty="0"/>
              <a:t>State Machine</a:t>
            </a:r>
            <a:r>
              <a:rPr lang="zh-CN" altLang="en-US" sz="2000" dirty="0"/>
              <a:t>）实现状态之间的转换。开启后进入激活状态，驾驶员在踩下刹车后，系统从</a:t>
            </a:r>
            <a:r>
              <a:rPr lang="en-US" altLang="zh-CN" sz="2000" dirty="0"/>
              <a:t>Active</a:t>
            </a:r>
            <a:r>
              <a:rPr lang="zh-CN" altLang="en-US" sz="2000" dirty="0"/>
              <a:t>状态进入</a:t>
            </a:r>
            <a:r>
              <a:rPr lang="en-US" altLang="zh-CN" sz="2000" dirty="0"/>
              <a:t>Interrupt</a:t>
            </a:r>
            <a:r>
              <a:rPr lang="zh-CN" altLang="en-US" sz="2000" dirty="0"/>
              <a:t>状态，松开刹车时可以通过</a:t>
            </a:r>
            <a:r>
              <a:rPr lang="en-US" altLang="zh-CN" sz="2000" dirty="0"/>
              <a:t>Resume</a:t>
            </a:r>
            <a:r>
              <a:rPr lang="zh-CN" altLang="en-US" sz="2000" dirty="0"/>
              <a:t>（恢复）按钮再次进入巡航状态。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35902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FC557B5-B9DD-48AD-A24E-0EB638E1B6D6}"/>
              </a:ext>
            </a:extLst>
          </p:cNvPr>
          <p:cNvSpPr txBox="1"/>
          <p:nvPr/>
        </p:nvSpPr>
        <p:spPr>
          <a:xfrm>
            <a:off x="2508942" y="93532"/>
            <a:ext cx="2815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+mj-ea"/>
                <a:ea typeface="+mj-ea"/>
              </a:rPr>
              <a:t>Cruise_Control</a:t>
            </a:r>
            <a:endParaRPr lang="zh-CN" altLang="en-US" sz="2800" b="1" dirty="0"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2AE6681-FED9-4548-AAF5-BFAFB2AC6043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A7E2659-2EE1-4CB7-9C43-3F5134A269D3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8D7FB54-BF0D-4217-9717-432B4836371B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C2BF78C-58E5-D93C-DF92-AF40882928FD}"/>
              </a:ext>
            </a:extLst>
          </p:cNvPr>
          <p:cNvSpPr txBox="1"/>
          <p:nvPr/>
        </p:nvSpPr>
        <p:spPr>
          <a:xfrm>
            <a:off x="922777" y="4989469"/>
            <a:ext cx="10540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CruiseRegulation</a:t>
            </a:r>
            <a:r>
              <a:rPr lang="zh-CN" altLang="en-US" sz="2000" dirty="0"/>
              <a:t>模块：通过 </a:t>
            </a:r>
            <a:r>
              <a:rPr lang="en-US" altLang="zh-CN" sz="2000" dirty="0"/>
              <a:t>PI </a:t>
            </a:r>
            <a:r>
              <a:rPr lang="zh-CN" altLang="en-US" sz="2000" dirty="0"/>
              <a:t>控制器来调整油门输出，设定的巡航速度</a:t>
            </a:r>
            <a:endParaRPr lang="en-US" altLang="zh-CN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2AB0CC-2854-3EC7-5DEB-D953DF4CA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010" y="1542466"/>
            <a:ext cx="7881237" cy="299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62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FC557B5-B9DD-48AD-A24E-0EB638E1B6D6}"/>
              </a:ext>
            </a:extLst>
          </p:cNvPr>
          <p:cNvSpPr txBox="1"/>
          <p:nvPr/>
        </p:nvSpPr>
        <p:spPr>
          <a:xfrm>
            <a:off x="2508942" y="93532"/>
            <a:ext cx="2815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+mj-ea"/>
                <a:ea typeface="+mj-ea"/>
              </a:rPr>
              <a:t>Cruise_Control</a:t>
            </a:r>
            <a:endParaRPr lang="zh-CN" altLang="en-US" sz="2800" b="1" dirty="0"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2AE6681-FED9-4548-AAF5-BFAFB2AC6043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A7E2659-2EE1-4CB7-9C43-3F5134A269D3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8D7FB54-BF0D-4217-9717-432B4836371B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09834A8F-33E8-7FC2-271A-32158714F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38" y="3010583"/>
            <a:ext cx="10209524" cy="169523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D01E8C8-F517-6D5F-F7E7-E2BAB6CBFBB9}"/>
              </a:ext>
            </a:extLst>
          </p:cNvPr>
          <p:cNvSpPr txBox="1"/>
          <p:nvPr/>
        </p:nvSpPr>
        <p:spPr>
          <a:xfrm>
            <a:off x="1920259" y="853306"/>
            <a:ext cx="9594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函数参数类型生成错误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EF0BF3F-3683-3635-9F97-7E58C3285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071" y="1560753"/>
            <a:ext cx="8123809" cy="88571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7F2C2A9-2986-F14F-740A-528F76E73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58" y="5376729"/>
            <a:ext cx="10790476" cy="91428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C7F148C-9EF4-7E4F-270B-D3AF545FFCE0}"/>
              </a:ext>
            </a:extLst>
          </p:cNvPr>
          <p:cNvSpPr txBox="1"/>
          <p:nvPr/>
        </p:nvSpPr>
        <p:spPr>
          <a:xfrm>
            <a:off x="4687844" y="2522393"/>
            <a:ext cx="5837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scade</a:t>
            </a:r>
            <a:r>
              <a:rPr lang="zh-CN" altLang="en-US" sz="2000" dirty="0"/>
              <a:t>文法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095B550-4EDD-5645-CCDD-F791D34C41DD}"/>
              </a:ext>
            </a:extLst>
          </p:cNvPr>
          <p:cNvSpPr txBox="1"/>
          <p:nvPr/>
        </p:nvSpPr>
        <p:spPr>
          <a:xfrm>
            <a:off x="4809142" y="4793901"/>
            <a:ext cx="6144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.</a:t>
            </a:r>
            <a:r>
              <a:rPr lang="en-US" altLang="zh-CN" sz="2000" dirty="0" err="1"/>
              <a:t>cpp</a:t>
            </a:r>
            <a:r>
              <a:rPr lang="zh-CN" altLang="en-US" sz="2000" dirty="0"/>
              <a:t>文件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346C6AA-7418-3D1C-9A78-7F1BE76FBCEF}"/>
              </a:ext>
            </a:extLst>
          </p:cNvPr>
          <p:cNvSpPr txBox="1"/>
          <p:nvPr/>
        </p:nvSpPr>
        <p:spPr>
          <a:xfrm>
            <a:off x="4940292" y="6364358"/>
            <a:ext cx="64921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.h</a:t>
            </a:r>
            <a:r>
              <a:rPr lang="zh-CN" altLang="en-US" sz="2000" dirty="0"/>
              <a:t>文件</a:t>
            </a:r>
          </a:p>
        </p:txBody>
      </p:sp>
    </p:spTree>
    <p:extLst>
      <p:ext uri="{BB962C8B-B14F-4D97-AF65-F5344CB8AC3E}">
        <p14:creationId xmlns:p14="http://schemas.microsoft.com/office/powerpoint/2010/main" val="2702484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FC557B5-B9DD-48AD-A24E-0EB638E1B6D6}"/>
              </a:ext>
            </a:extLst>
          </p:cNvPr>
          <p:cNvSpPr txBox="1"/>
          <p:nvPr/>
        </p:nvSpPr>
        <p:spPr>
          <a:xfrm>
            <a:off x="2508942" y="93532"/>
            <a:ext cx="2815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+mj-ea"/>
                <a:ea typeface="+mj-ea"/>
              </a:rPr>
              <a:t>Cruise_Control</a:t>
            </a:r>
            <a:endParaRPr lang="zh-CN" altLang="en-US" sz="2800" b="1" dirty="0"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2AE6681-FED9-4548-AAF5-BFAFB2AC6043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A7E2659-2EE1-4CB7-9C43-3F5134A269D3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8D7FB54-BF0D-4217-9717-432B4836371B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DD01E8C8-F517-6D5F-F7E7-E2BAB6CBFBB9}"/>
              </a:ext>
            </a:extLst>
          </p:cNvPr>
          <p:cNvSpPr txBox="1"/>
          <p:nvPr/>
        </p:nvSpPr>
        <p:spPr>
          <a:xfrm>
            <a:off x="1920259" y="853306"/>
            <a:ext cx="9594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变量赋值类型错误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7F148C-9EF4-7E4F-270B-D3AF545FFCE0}"/>
              </a:ext>
            </a:extLst>
          </p:cNvPr>
          <p:cNvSpPr txBox="1"/>
          <p:nvPr/>
        </p:nvSpPr>
        <p:spPr>
          <a:xfrm>
            <a:off x="2369786" y="5649682"/>
            <a:ext cx="2471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scade</a:t>
            </a:r>
            <a:r>
              <a:rPr lang="zh-CN" altLang="en-US" sz="2000" dirty="0"/>
              <a:t>文法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095B550-4EDD-5645-CCDD-F791D34C41DD}"/>
              </a:ext>
            </a:extLst>
          </p:cNvPr>
          <p:cNvSpPr txBox="1"/>
          <p:nvPr/>
        </p:nvSpPr>
        <p:spPr>
          <a:xfrm>
            <a:off x="7596156" y="2440672"/>
            <a:ext cx="2471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程序生成代码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F33E7BB-DE1A-E966-D0E0-55C5E278E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211" y="1794461"/>
            <a:ext cx="4323809" cy="371428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4A2721B-F8BE-0E73-0C11-5DA5E557A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440" y="1253416"/>
            <a:ext cx="2095238" cy="9904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ECFFE03-A2EE-E961-2A4D-A560F9D8A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352" y="3074416"/>
            <a:ext cx="4104762" cy="228571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F61294B-15CE-96AA-6F32-286E410750CA}"/>
              </a:ext>
            </a:extLst>
          </p:cNvPr>
          <p:cNvSpPr txBox="1"/>
          <p:nvPr/>
        </p:nvSpPr>
        <p:spPr>
          <a:xfrm>
            <a:off x="7757700" y="5593764"/>
            <a:ext cx="2471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scade</a:t>
            </a:r>
            <a:r>
              <a:rPr lang="zh-CN" altLang="en-US" sz="2000" dirty="0"/>
              <a:t>生成代码</a:t>
            </a:r>
          </a:p>
        </p:txBody>
      </p:sp>
    </p:spTree>
    <p:extLst>
      <p:ext uri="{BB962C8B-B14F-4D97-AF65-F5344CB8AC3E}">
        <p14:creationId xmlns:p14="http://schemas.microsoft.com/office/powerpoint/2010/main" val="4068503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72950-1AE4-D26D-F054-8422CA159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357CF52-C5D1-36EE-5C7B-944AE14E823F}"/>
              </a:ext>
            </a:extLst>
          </p:cNvPr>
          <p:cNvSpPr txBox="1"/>
          <p:nvPr/>
        </p:nvSpPr>
        <p:spPr>
          <a:xfrm>
            <a:off x="2508942" y="93532"/>
            <a:ext cx="2815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+mj-ea"/>
                <a:ea typeface="+mj-ea"/>
              </a:rPr>
              <a:t>Cruise_Control</a:t>
            </a:r>
            <a:endParaRPr lang="zh-CN" altLang="en-US" sz="2800" b="1" dirty="0"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8D7401F-2E20-8D3B-646B-DC071ED66AC5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9AE4D34B-C555-E6F0-5679-4E0B9E0008C1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E1281EC2-24AD-0E08-9F1F-07522F50060A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4AC6D44A-A0A7-2426-FFA7-C7E027A2E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134" y="1637060"/>
            <a:ext cx="5205603" cy="390420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63B07F9-A1B9-0E77-EFE1-2368F6F3FD49}"/>
              </a:ext>
            </a:extLst>
          </p:cNvPr>
          <p:cNvSpPr txBox="1"/>
          <p:nvPr/>
        </p:nvSpPr>
        <p:spPr>
          <a:xfrm>
            <a:off x="2258568" y="5711974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SCADE</a:t>
            </a:r>
            <a:r>
              <a:rPr lang="zh-CN" altLang="en-US" dirty="0"/>
              <a:t>生成代码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A5B99E-4C59-4F2F-F8D3-F6BC2E38DB11}"/>
              </a:ext>
            </a:extLst>
          </p:cNvPr>
          <p:cNvSpPr txBox="1"/>
          <p:nvPr/>
        </p:nvSpPr>
        <p:spPr>
          <a:xfrm>
            <a:off x="8199120" y="5711974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程序生成代码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88AC8FD-2FA9-0EF7-149B-905252CA1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91" y="1637060"/>
            <a:ext cx="4876421" cy="365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89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FC557B5-B9DD-48AD-A24E-0EB638E1B6D6}"/>
              </a:ext>
            </a:extLst>
          </p:cNvPr>
          <p:cNvSpPr txBox="1"/>
          <p:nvPr/>
        </p:nvSpPr>
        <p:spPr>
          <a:xfrm>
            <a:off x="2508942" y="93532"/>
            <a:ext cx="2815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+mj-ea"/>
                <a:ea typeface="+mj-ea"/>
              </a:rPr>
              <a:t>Cruise_Control</a:t>
            </a:r>
            <a:endParaRPr lang="zh-CN" altLang="en-US" sz="2800" b="1" dirty="0"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2AE6681-FED9-4548-AAF5-BFAFB2AC6043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A7E2659-2EE1-4CB7-9C43-3F5134A269D3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8D7FB54-BF0D-4217-9717-432B4836371B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5B72E751-E40E-D2F3-B461-F407AC2E75F2}"/>
              </a:ext>
            </a:extLst>
          </p:cNvPr>
          <p:cNvSpPr txBox="1"/>
          <p:nvPr/>
        </p:nvSpPr>
        <p:spPr>
          <a:xfrm>
            <a:off x="1591519" y="974495"/>
            <a:ext cx="5939422" cy="144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/>
              <a:t>遇到的问题：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1. </a:t>
            </a:r>
            <a:r>
              <a:rPr lang="zh-CN" altLang="en-US" b="1" dirty="0"/>
              <a:t>拓扑排序？</a:t>
            </a:r>
            <a:endParaRPr lang="en-US" altLang="zh-CN" b="1" dirty="0"/>
          </a:p>
          <a:p>
            <a:pPr>
              <a:lnSpc>
                <a:spcPct val="125000"/>
              </a:lnSpc>
            </a:pPr>
            <a:r>
              <a:rPr lang="en-US" altLang="zh-CN" b="1" dirty="0"/>
              <a:t>2. </a:t>
            </a:r>
            <a:r>
              <a:rPr lang="zh-CN" altLang="en-US" b="1" dirty="0"/>
              <a:t>函数未调用</a:t>
            </a:r>
            <a:endParaRPr lang="en-US" altLang="zh-CN" b="1" dirty="0"/>
          </a:p>
          <a:p>
            <a:pPr>
              <a:lnSpc>
                <a:spcPct val="125000"/>
              </a:lnSpc>
            </a:pPr>
            <a:r>
              <a:rPr lang="en-US" altLang="zh-CN" b="1" dirty="0"/>
              <a:t>3. </a:t>
            </a:r>
            <a:r>
              <a:rPr lang="zh-CN" altLang="en-US" b="1" dirty="0"/>
              <a:t>识别其他包中定义的类型</a:t>
            </a:r>
            <a:endParaRPr lang="en-US" altLang="zh-CN" b="1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9B3CFDE-BCF2-04CE-CDD7-52A32F10A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337" y="2188267"/>
            <a:ext cx="4371429" cy="369523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69109B6-27B4-580C-F405-261D38EBF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34" y="2742850"/>
            <a:ext cx="5079966" cy="314065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DD6D460-EF00-BB2D-7F02-EE7334CB8635}"/>
              </a:ext>
            </a:extLst>
          </p:cNvPr>
          <p:cNvSpPr txBox="1"/>
          <p:nvPr/>
        </p:nvSpPr>
        <p:spPr>
          <a:xfrm>
            <a:off x="2681230" y="5988010"/>
            <a:ext cx="2471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scade</a:t>
            </a:r>
            <a:r>
              <a:rPr lang="zh-CN" altLang="en-US" sz="2000" dirty="0"/>
              <a:t>文法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E53B86-D9FA-9108-222F-0ED5D1BAFAE8}"/>
              </a:ext>
            </a:extLst>
          </p:cNvPr>
          <p:cNvSpPr txBox="1"/>
          <p:nvPr/>
        </p:nvSpPr>
        <p:spPr>
          <a:xfrm>
            <a:off x="8275076" y="5997809"/>
            <a:ext cx="2471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程序生成代码</a:t>
            </a:r>
          </a:p>
        </p:txBody>
      </p:sp>
    </p:spTree>
    <p:extLst>
      <p:ext uri="{BB962C8B-B14F-4D97-AF65-F5344CB8AC3E}">
        <p14:creationId xmlns:p14="http://schemas.microsoft.com/office/powerpoint/2010/main" val="3292826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FC557B5-B9DD-48AD-A24E-0EB638E1B6D6}"/>
              </a:ext>
            </a:extLst>
          </p:cNvPr>
          <p:cNvSpPr txBox="1"/>
          <p:nvPr/>
        </p:nvSpPr>
        <p:spPr>
          <a:xfrm>
            <a:off x="2508942" y="93532"/>
            <a:ext cx="2815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+mj-ea"/>
                <a:ea typeface="+mj-ea"/>
              </a:rPr>
              <a:t>Cruise_Control</a:t>
            </a:r>
            <a:endParaRPr lang="zh-CN" altLang="en-US" sz="2800" b="1" dirty="0"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2AE6681-FED9-4548-AAF5-BFAFB2AC6043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A7E2659-2EE1-4CB7-9C43-3F5134A269D3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8D7FB54-BF0D-4217-9717-432B4836371B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5B72E751-E40E-D2F3-B461-F407AC2E75F2}"/>
              </a:ext>
            </a:extLst>
          </p:cNvPr>
          <p:cNvSpPr txBox="1"/>
          <p:nvPr/>
        </p:nvSpPr>
        <p:spPr>
          <a:xfrm>
            <a:off x="1591519" y="974495"/>
            <a:ext cx="5939422" cy="144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/>
              <a:t>遇到的问题：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1. </a:t>
            </a:r>
            <a:r>
              <a:rPr lang="zh-CN" altLang="en-US" b="1" dirty="0"/>
              <a:t>拓扑排序</a:t>
            </a:r>
            <a:r>
              <a:rPr lang="en-US" altLang="zh-CN" b="1" dirty="0"/>
              <a:t>(?)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2. </a:t>
            </a:r>
            <a:r>
              <a:rPr lang="zh-CN" altLang="en-US" b="1" dirty="0"/>
              <a:t>函数未调用</a:t>
            </a:r>
            <a:endParaRPr lang="en-US" altLang="zh-CN" b="1" dirty="0"/>
          </a:p>
          <a:p>
            <a:pPr>
              <a:lnSpc>
                <a:spcPct val="125000"/>
              </a:lnSpc>
            </a:pPr>
            <a:r>
              <a:rPr lang="en-US" altLang="zh-CN" b="1" dirty="0"/>
              <a:t>3. </a:t>
            </a:r>
            <a:r>
              <a:rPr lang="zh-CN" altLang="en-US" b="1" dirty="0"/>
              <a:t>识别其他包中定义的类型</a:t>
            </a:r>
            <a:endParaRPr lang="en-US" altLang="zh-CN" b="1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69109B6-27B4-580C-F405-261D38EBF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96" y="2799379"/>
            <a:ext cx="5079966" cy="314065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A30FC76-2800-1B02-A0D8-6E8AE4A22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777" y="355142"/>
            <a:ext cx="4135692" cy="558489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3548D09-AAC1-9A20-2180-6A02E91CDAE8}"/>
              </a:ext>
            </a:extLst>
          </p:cNvPr>
          <p:cNvSpPr txBox="1"/>
          <p:nvPr/>
        </p:nvSpPr>
        <p:spPr>
          <a:xfrm>
            <a:off x="2508942" y="6061162"/>
            <a:ext cx="2471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scade</a:t>
            </a:r>
            <a:r>
              <a:rPr lang="zh-CN" altLang="en-US" sz="2000" dirty="0"/>
              <a:t>文法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82CA24-4921-014C-FFAD-9109D80F50EA}"/>
              </a:ext>
            </a:extLst>
          </p:cNvPr>
          <p:cNvSpPr txBox="1"/>
          <p:nvPr/>
        </p:nvSpPr>
        <p:spPr>
          <a:xfrm>
            <a:off x="8345964" y="6061162"/>
            <a:ext cx="2471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程序生成代码</a:t>
            </a:r>
          </a:p>
        </p:txBody>
      </p:sp>
    </p:spTree>
    <p:extLst>
      <p:ext uri="{BB962C8B-B14F-4D97-AF65-F5344CB8AC3E}">
        <p14:creationId xmlns:p14="http://schemas.microsoft.com/office/powerpoint/2010/main" val="2898879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FC557B5-B9DD-48AD-A24E-0EB638E1B6D6}"/>
              </a:ext>
            </a:extLst>
          </p:cNvPr>
          <p:cNvSpPr txBox="1"/>
          <p:nvPr/>
        </p:nvSpPr>
        <p:spPr>
          <a:xfrm>
            <a:off x="2508942" y="93532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j-ea"/>
                <a:ea typeface="+mj-ea"/>
              </a:rPr>
              <a:t>运行无人机姿态控制代码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2AE6681-FED9-4548-AAF5-BFAFB2AC6043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A7E2659-2EE1-4CB7-9C43-3F5134A269D3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8D7FB54-BF0D-4217-9717-432B4836371B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161D35A-3783-BE7C-6731-3A207CE576D7}"/>
              </a:ext>
            </a:extLst>
          </p:cNvPr>
          <p:cNvSpPr txBox="1"/>
          <p:nvPr/>
        </p:nvSpPr>
        <p:spPr>
          <a:xfrm>
            <a:off x="1426927" y="1020215"/>
            <a:ext cx="5939422" cy="75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/>
              <a:t>遇到的问题：</a:t>
            </a:r>
          </a:p>
          <a:p>
            <a:pPr>
              <a:lnSpc>
                <a:spcPct val="125000"/>
              </a:lnSpc>
            </a:pPr>
            <a:r>
              <a:rPr lang="zh-CN" altLang="en-US" b="1" dirty="0"/>
              <a:t>姿态控制函数运行结果不一致</a:t>
            </a:r>
            <a:endParaRPr lang="en-US" altLang="zh-CN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F2E51A-9ABC-FD77-D7C1-E9EF171C946D}"/>
              </a:ext>
            </a:extLst>
          </p:cNvPr>
          <p:cNvSpPr txBox="1"/>
          <p:nvPr/>
        </p:nvSpPr>
        <p:spPr>
          <a:xfrm>
            <a:off x="2276856" y="5977150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SCADE</a:t>
            </a:r>
            <a:r>
              <a:rPr lang="zh-CN" altLang="en-US" dirty="0"/>
              <a:t>生成代码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4DD03C-AFCB-C120-6DA7-368CE9B919A7}"/>
              </a:ext>
            </a:extLst>
          </p:cNvPr>
          <p:cNvSpPr txBox="1"/>
          <p:nvPr/>
        </p:nvSpPr>
        <p:spPr>
          <a:xfrm>
            <a:off x="8217408" y="5977150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程序生成代码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4FB9823-2C2B-3494-3483-8D49B7A41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" y="2095164"/>
            <a:ext cx="4836099" cy="362707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34F5228-2F66-52C7-A442-A32118699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514" y="2095164"/>
            <a:ext cx="4836098" cy="362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664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FC557B5-B9DD-48AD-A24E-0EB638E1B6D6}"/>
              </a:ext>
            </a:extLst>
          </p:cNvPr>
          <p:cNvSpPr txBox="1"/>
          <p:nvPr/>
        </p:nvSpPr>
        <p:spPr>
          <a:xfrm>
            <a:off x="2508942" y="93532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j-ea"/>
                <a:ea typeface="+mj-ea"/>
              </a:rPr>
              <a:t>运行无人机姿态控制代码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2AE6681-FED9-4548-AAF5-BFAFB2AC6043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A7E2659-2EE1-4CB7-9C43-3F5134A269D3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8D7FB54-BF0D-4217-9717-432B4836371B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161D35A-3783-BE7C-6731-3A207CE576D7}"/>
              </a:ext>
            </a:extLst>
          </p:cNvPr>
          <p:cNvSpPr txBox="1"/>
          <p:nvPr/>
        </p:nvSpPr>
        <p:spPr>
          <a:xfrm>
            <a:off x="1426927" y="1020215"/>
            <a:ext cx="5939422" cy="75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/>
              <a:t>遇到的问题：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PID</a:t>
            </a:r>
            <a:r>
              <a:rPr lang="zh-CN" altLang="en-US" b="1" dirty="0"/>
              <a:t>函数运行结果不一致</a:t>
            </a:r>
            <a:endParaRPr lang="en-US" altLang="zh-CN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707FCE-B509-7305-32FA-0C9FA4DBE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53" y="2092355"/>
            <a:ext cx="4839843" cy="362988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C25C157-0C73-224B-F3EE-222EB5574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188" y="2095164"/>
            <a:ext cx="4836098" cy="362707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FF2E51A-9ABC-FD77-D7C1-E9EF171C946D}"/>
              </a:ext>
            </a:extLst>
          </p:cNvPr>
          <p:cNvSpPr txBox="1"/>
          <p:nvPr/>
        </p:nvSpPr>
        <p:spPr>
          <a:xfrm>
            <a:off x="2276856" y="5977150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SCADE</a:t>
            </a:r>
            <a:r>
              <a:rPr lang="zh-CN" altLang="en-US" dirty="0"/>
              <a:t>生成代码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4DD03C-AFCB-C120-6DA7-368CE9B919A7}"/>
              </a:ext>
            </a:extLst>
          </p:cNvPr>
          <p:cNvSpPr txBox="1"/>
          <p:nvPr/>
        </p:nvSpPr>
        <p:spPr>
          <a:xfrm>
            <a:off x="8217408" y="5977150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程序生成代码</a:t>
            </a:r>
          </a:p>
        </p:txBody>
      </p:sp>
    </p:spTree>
    <p:extLst>
      <p:ext uri="{BB962C8B-B14F-4D97-AF65-F5344CB8AC3E}">
        <p14:creationId xmlns:p14="http://schemas.microsoft.com/office/powerpoint/2010/main" val="2062540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FC557B5-B9DD-48AD-A24E-0EB638E1B6D6}"/>
              </a:ext>
            </a:extLst>
          </p:cNvPr>
          <p:cNvSpPr txBox="1"/>
          <p:nvPr/>
        </p:nvSpPr>
        <p:spPr>
          <a:xfrm>
            <a:off x="2508942" y="9353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j-ea"/>
                <a:ea typeface="+mj-ea"/>
              </a:rPr>
              <a:t>遇到的问题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2AE6681-FED9-4548-AAF5-BFAFB2AC6043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A7E2659-2EE1-4CB7-9C43-3F5134A269D3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8D7FB54-BF0D-4217-9717-432B4836371B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161D35A-3783-BE7C-6731-3A207CE576D7}"/>
              </a:ext>
            </a:extLst>
          </p:cNvPr>
          <p:cNvSpPr txBox="1"/>
          <p:nvPr/>
        </p:nvSpPr>
        <p:spPr>
          <a:xfrm>
            <a:off x="1426927" y="1020215"/>
            <a:ext cx="5939422" cy="1099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/>
              <a:t>遇到的问题：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1. </a:t>
            </a:r>
            <a:r>
              <a:rPr lang="zh-CN" altLang="en-US" b="1" dirty="0"/>
              <a:t>多个函数调用时参数</a:t>
            </a:r>
            <a:r>
              <a:rPr lang="en-US" altLang="zh-CN" b="1" dirty="0"/>
              <a:t>/</a:t>
            </a:r>
            <a:r>
              <a:rPr lang="zh-CN" altLang="en-US" b="1" dirty="0"/>
              <a:t>函数生成不正确</a:t>
            </a:r>
            <a:endParaRPr lang="en-US" altLang="zh-CN" b="1" dirty="0"/>
          </a:p>
          <a:p>
            <a:pPr>
              <a:lnSpc>
                <a:spcPct val="125000"/>
              </a:lnSpc>
            </a:pPr>
            <a:r>
              <a:rPr lang="en-US" altLang="zh-CN" b="1" dirty="0"/>
              <a:t>2. </a:t>
            </a:r>
            <a:r>
              <a:rPr lang="zh-CN" altLang="en-US" b="1" dirty="0"/>
              <a:t>生成代码的变量名命名不统一</a:t>
            </a:r>
            <a:endParaRPr lang="en-US" altLang="zh-CN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AA0430-E329-B89A-B9BC-05AAD1838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987" y="2315286"/>
            <a:ext cx="9930384" cy="1130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EF50571-6905-ED99-3657-DA0D8F1FEF15}"/>
              </a:ext>
            </a:extLst>
          </p:cNvPr>
          <p:cNvSpPr txBox="1"/>
          <p:nvPr/>
        </p:nvSpPr>
        <p:spPr>
          <a:xfrm>
            <a:off x="4925568" y="3543436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生成的错误调用代码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F6975DC-D9C1-AD11-ACCB-6A9407600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987" y="4010570"/>
            <a:ext cx="9930384" cy="212218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17B9ADB-E050-F488-6CD7-6059097EAD3E}"/>
              </a:ext>
            </a:extLst>
          </p:cNvPr>
          <p:cNvSpPr txBox="1"/>
          <p:nvPr/>
        </p:nvSpPr>
        <p:spPr>
          <a:xfrm>
            <a:off x="5361432" y="6328356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正确调用代码</a:t>
            </a:r>
          </a:p>
        </p:txBody>
      </p:sp>
    </p:spTree>
    <p:extLst>
      <p:ext uri="{BB962C8B-B14F-4D97-AF65-F5344CB8AC3E}">
        <p14:creationId xmlns:p14="http://schemas.microsoft.com/office/powerpoint/2010/main" val="3435125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FC557B5-B9DD-48AD-A24E-0EB638E1B6D6}"/>
              </a:ext>
            </a:extLst>
          </p:cNvPr>
          <p:cNvSpPr txBox="1"/>
          <p:nvPr/>
        </p:nvSpPr>
        <p:spPr>
          <a:xfrm>
            <a:off x="2508942" y="9353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j-ea"/>
                <a:ea typeface="+mj-ea"/>
              </a:rPr>
              <a:t>遇到的问题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2AE6681-FED9-4548-AAF5-BFAFB2AC6043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A7E2659-2EE1-4CB7-9C43-3F5134A269D3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8D7FB54-BF0D-4217-9717-432B4836371B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161D35A-3783-BE7C-6731-3A207CE576D7}"/>
              </a:ext>
            </a:extLst>
          </p:cNvPr>
          <p:cNvSpPr txBox="1"/>
          <p:nvPr/>
        </p:nvSpPr>
        <p:spPr>
          <a:xfrm>
            <a:off x="1426927" y="1020215"/>
            <a:ext cx="5939422" cy="1099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/>
              <a:t>遇到的问题：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1. </a:t>
            </a:r>
            <a:r>
              <a:rPr lang="zh-CN" altLang="en-US" b="1" dirty="0"/>
              <a:t>多个函数调用时参数</a:t>
            </a:r>
            <a:r>
              <a:rPr lang="en-US" altLang="zh-CN" b="1" dirty="0"/>
              <a:t>/</a:t>
            </a:r>
            <a:r>
              <a:rPr lang="zh-CN" altLang="en-US" b="1" dirty="0"/>
              <a:t>函数生成不正确</a:t>
            </a:r>
            <a:endParaRPr lang="en-US" altLang="zh-CN" b="1" dirty="0"/>
          </a:p>
          <a:p>
            <a:pPr>
              <a:lnSpc>
                <a:spcPct val="125000"/>
              </a:lnSpc>
            </a:pPr>
            <a:r>
              <a:rPr lang="en-US" altLang="zh-CN" b="1" dirty="0"/>
              <a:t>2. </a:t>
            </a:r>
            <a:r>
              <a:rPr lang="zh-CN" altLang="en-US" b="1" dirty="0"/>
              <a:t>生成代码的变量名</a:t>
            </a:r>
            <a:r>
              <a:rPr lang="en-US" altLang="zh-CN" b="1" dirty="0"/>
              <a:t>/</a:t>
            </a:r>
            <a:r>
              <a:rPr lang="zh-CN" altLang="en-US" b="1" dirty="0"/>
              <a:t>文件名命名不统一</a:t>
            </a:r>
            <a:endParaRPr lang="en-US" altLang="zh-CN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F50571-6905-ED99-3657-DA0D8F1FEF15}"/>
              </a:ext>
            </a:extLst>
          </p:cNvPr>
          <p:cNvSpPr txBox="1"/>
          <p:nvPr/>
        </p:nvSpPr>
        <p:spPr>
          <a:xfrm>
            <a:off x="1878001" y="5589562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程序引用的头文件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7B9ADB-E050-F488-6CD7-6059097EAD3E}"/>
              </a:ext>
            </a:extLst>
          </p:cNvPr>
          <p:cNvSpPr txBox="1"/>
          <p:nvPr/>
        </p:nvSpPr>
        <p:spPr>
          <a:xfrm>
            <a:off x="7748749" y="5589562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生成的头文件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1B32A30-CCE8-3D38-7F13-06A250683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927" y="2523146"/>
            <a:ext cx="3285714" cy="28476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8FD076A-0F1A-E6F9-3E12-071FD8683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349" y="3066003"/>
            <a:ext cx="2333333" cy="2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63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254AE-6E74-6B34-1B27-3DFACCA7B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84A5EF8-C07F-C21E-3C76-F1333ADB75F7}"/>
              </a:ext>
            </a:extLst>
          </p:cNvPr>
          <p:cNvSpPr txBox="1"/>
          <p:nvPr/>
        </p:nvSpPr>
        <p:spPr>
          <a:xfrm>
            <a:off x="2508942" y="93532"/>
            <a:ext cx="2815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+mj-ea"/>
                <a:ea typeface="+mj-ea"/>
              </a:rPr>
              <a:t>Cruise_Control</a:t>
            </a:r>
            <a:endParaRPr lang="zh-CN" altLang="en-US" sz="2800" b="1" dirty="0"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194167E-DCF1-DE12-2C5D-E60E0EC0DA52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830EDDC8-C464-F166-D6CA-E913EE91D094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75F24ACD-8633-24B9-F11F-5A5D5891C3BA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4F004CE-DA5C-765D-FE15-B5F51CC197D4}"/>
              </a:ext>
            </a:extLst>
          </p:cNvPr>
          <p:cNvSpPr txBox="1"/>
          <p:nvPr/>
        </p:nvSpPr>
        <p:spPr>
          <a:xfrm>
            <a:off x="1087703" y="5593796"/>
            <a:ext cx="105401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CruiseSpeedMgt</a:t>
            </a:r>
            <a:r>
              <a:rPr lang="zh-CN" altLang="en-US" sz="2000" dirty="0"/>
              <a:t>模块：负责管理巡航速度的设置与调节，当驾驶员设定新的巡航速度时，系统会更新并维持新的速度。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ED3018-6E9E-DE5A-D87E-E0A2972D3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333" y="864094"/>
            <a:ext cx="3733333" cy="4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95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9D472-741C-4C94-6D5F-F9459F30F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BC60054-1B3A-969B-7DC0-06A49F49BA1E}"/>
              </a:ext>
            </a:extLst>
          </p:cNvPr>
          <p:cNvSpPr txBox="1"/>
          <p:nvPr/>
        </p:nvSpPr>
        <p:spPr>
          <a:xfrm>
            <a:off x="2508942" y="93532"/>
            <a:ext cx="2815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+mj-ea"/>
                <a:ea typeface="+mj-ea"/>
              </a:rPr>
              <a:t>Cruise_Control</a:t>
            </a:r>
            <a:endParaRPr lang="zh-CN" altLang="en-US" sz="2800" b="1" dirty="0"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EBAEDE1-7807-0702-14EA-05A1EB57FFA8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C84A0AEB-881C-C500-962D-3C8F1E4D0DF2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E58FC781-5A17-47A4-0F65-E16C6CC80C3C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2402F8B-11D2-203D-BFB2-127E7518E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44" y="2486896"/>
            <a:ext cx="4751225" cy="356341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3EF5D18-2523-3113-1D43-664CB44165E1}"/>
              </a:ext>
            </a:extLst>
          </p:cNvPr>
          <p:cNvSpPr txBox="1"/>
          <p:nvPr/>
        </p:nvSpPr>
        <p:spPr>
          <a:xfrm>
            <a:off x="2322577" y="6395136"/>
            <a:ext cx="2258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SCADE</a:t>
            </a:r>
            <a:r>
              <a:rPr lang="zh-CN" altLang="en-US" dirty="0"/>
              <a:t>生成代码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B496A70-E045-0087-B0C9-E4E8D55A9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3" y="2486895"/>
            <a:ext cx="4751225" cy="356341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987F438-B44D-A3DE-79E7-18EAA0D481E0}"/>
              </a:ext>
            </a:extLst>
          </p:cNvPr>
          <p:cNvSpPr txBox="1"/>
          <p:nvPr/>
        </p:nvSpPr>
        <p:spPr>
          <a:xfrm>
            <a:off x="8452105" y="6395136"/>
            <a:ext cx="2258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程序生成代码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F9F07E4-62B9-AD46-842E-918E297DA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622" y="765226"/>
            <a:ext cx="3649218" cy="184047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2056E55-EF1A-2370-D5C2-0B72B31FE661}"/>
              </a:ext>
            </a:extLst>
          </p:cNvPr>
          <p:cNvSpPr txBox="1"/>
          <p:nvPr/>
        </p:nvSpPr>
        <p:spPr>
          <a:xfrm>
            <a:off x="3451861" y="1351769"/>
            <a:ext cx="1131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输入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129515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FC557B5-B9DD-48AD-A24E-0EB638E1B6D6}"/>
              </a:ext>
            </a:extLst>
          </p:cNvPr>
          <p:cNvSpPr txBox="1"/>
          <p:nvPr/>
        </p:nvSpPr>
        <p:spPr>
          <a:xfrm>
            <a:off x="2508942" y="93532"/>
            <a:ext cx="2383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+mj-ea"/>
                <a:ea typeface="+mj-ea"/>
              </a:rPr>
              <a:t>Roll_Control</a:t>
            </a:r>
            <a:endParaRPr lang="en-US" altLang="zh-CN" sz="2800" b="1" dirty="0"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2AE6681-FED9-4548-AAF5-BFAFB2AC6043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A7E2659-2EE1-4CB7-9C43-3F5134A269D3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8D7FB54-BF0D-4217-9717-432B4836371B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C2BF78C-58E5-D93C-DF92-AF40882928FD}"/>
              </a:ext>
            </a:extLst>
          </p:cNvPr>
          <p:cNvSpPr txBox="1"/>
          <p:nvPr/>
        </p:nvSpPr>
        <p:spPr>
          <a:xfrm>
            <a:off x="1166707" y="4559701"/>
            <a:ext cx="104578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飞行器滚转速率控制系统。首先，根据飞行员的操控命令和外部输入，计算当前的滚转速率。之后，根据滚转速率的计算结果，生成左滚警告和右滚警告，以提醒飞行员当前的飞行状态。最后根据结果切换至对应的工作模式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D99C4B-67A3-AAF5-1595-7845983BB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666" y="765226"/>
            <a:ext cx="7066667" cy="34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733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FAFE8-D295-4B7A-3206-E42DC4435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A537DD3-2FF1-E34F-8468-F999385B5DFD}"/>
              </a:ext>
            </a:extLst>
          </p:cNvPr>
          <p:cNvSpPr txBox="1"/>
          <p:nvPr/>
        </p:nvSpPr>
        <p:spPr>
          <a:xfrm>
            <a:off x="2508942" y="93532"/>
            <a:ext cx="2383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+mj-ea"/>
                <a:ea typeface="+mj-ea"/>
              </a:rPr>
              <a:t>Roll_Control</a:t>
            </a:r>
            <a:endParaRPr lang="en-US" altLang="zh-CN" sz="2800" b="1" dirty="0"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4ED1B49-89E2-6F01-2A5D-B7E3F1214146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EBA32A65-71F4-10F5-540C-A7E6235BCAFB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6466D56-197C-AB65-D24E-B5844CD7A28B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343952C3-C18B-6149-2C38-C2BF99A96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103" y="784013"/>
            <a:ext cx="6885714" cy="302857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2FD4EBE-01F8-1704-E526-FADC10A27FBC}"/>
              </a:ext>
            </a:extLst>
          </p:cNvPr>
          <p:cNvSpPr txBox="1"/>
          <p:nvPr/>
        </p:nvSpPr>
        <p:spPr>
          <a:xfrm>
            <a:off x="1166378" y="4909004"/>
            <a:ext cx="4740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遇到的问题：</a:t>
            </a:r>
            <a:r>
              <a:rPr lang="en-US" altLang="zh-CN" sz="2000" dirty="0"/>
              <a:t>flatten</a:t>
            </a:r>
            <a:r>
              <a:rPr lang="zh-CN" altLang="en-US" sz="2000" dirty="0"/>
              <a:t>等数组文法不支持</a:t>
            </a:r>
            <a:endParaRPr lang="en-US" altLang="zh-CN" sz="20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02EC220-628A-3F50-3B22-F8FEB1643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978" y="4009114"/>
            <a:ext cx="2171429" cy="2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195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3A866-E0DC-1A9F-F234-64D5F6417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8FFF6CC-F757-A361-F918-9113F5BE807C}"/>
              </a:ext>
            </a:extLst>
          </p:cNvPr>
          <p:cNvSpPr txBox="1"/>
          <p:nvPr/>
        </p:nvSpPr>
        <p:spPr>
          <a:xfrm>
            <a:off x="2508942" y="93532"/>
            <a:ext cx="2383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latin typeface="+mj-ea"/>
                <a:ea typeface="+mj-ea"/>
              </a:rPr>
              <a:t>Roll_Control</a:t>
            </a:r>
            <a:endParaRPr lang="en-US" altLang="zh-CN" sz="2800" b="1" dirty="0"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879EE3-7E06-751F-7B6C-1999D9E33A2D}"/>
              </a:ext>
            </a:extLst>
          </p:cNvPr>
          <p:cNvGrpSpPr/>
          <p:nvPr/>
        </p:nvGrpSpPr>
        <p:grpSpPr>
          <a:xfrm>
            <a:off x="11139652" y="441960"/>
            <a:ext cx="484900" cy="323268"/>
            <a:chOff x="10705312" y="604951"/>
            <a:chExt cx="297965" cy="19864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E8871E67-6101-97FA-2B3F-3EF11B235DA1}"/>
                </a:ext>
              </a:extLst>
            </p:cNvPr>
            <p:cNvSpPr/>
            <p:nvPr/>
          </p:nvSpPr>
          <p:spPr>
            <a:xfrm>
              <a:off x="10705312" y="604952"/>
              <a:ext cx="198643" cy="19864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FEB0CDBD-2C6F-98C4-FC52-C1AD6145F450}"/>
                </a:ext>
              </a:extLst>
            </p:cNvPr>
            <p:cNvSpPr/>
            <p:nvPr/>
          </p:nvSpPr>
          <p:spPr>
            <a:xfrm>
              <a:off x="10804634" y="604951"/>
              <a:ext cx="198643" cy="19864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6EBE3C13-2BD3-9B4C-699D-966B62913412}"/>
              </a:ext>
            </a:extLst>
          </p:cNvPr>
          <p:cNvSpPr txBox="1"/>
          <p:nvPr/>
        </p:nvSpPr>
        <p:spPr>
          <a:xfrm>
            <a:off x="1922433" y="6245250"/>
            <a:ext cx="30884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生成代码运行结果</a:t>
            </a:r>
            <a:endParaRPr lang="en-US" altLang="zh-CN" sz="20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DF5C14-DC4C-897E-0BBC-AB9D99F94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99" y="863506"/>
            <a:ext cx="8095238" cy="137142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56CE897-573A-DE72-74C3-2CA2F4025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709" y="3072433"/>
            <a:ext cx="4022980" cy="301723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C1D6E20-0726-9DCF-08C2-DAE48F91D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616" y="3072433"/>
            <a:ext cx="4022980" cy="301723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5A13D77-BC59-C8DA-587A-892118AEF1B2}"/>
              </a:ext>
            </a:extLst>
          </p:cNvPr>
          <p:cNvSpPr txBox="1"/>
          <p:nvPr/>
        </p:nvSpPr>
        <p:spPr>
          <a:xfrm>
            <a:off x="7387117" y="6245250"/>
            <a:ext cx="30884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SCADE</a:t>
            </a:r>
            <a:r>
              <a:rPr lang="zh-CN" altLang="en-US" sz="2000" dirty="0"/>
              <a:t>运行结果</a:t>
            </a:r>
            <a:endParaRPr lang="en-US" altLang="zh-CN" sz="20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FA1F137-4857-8842-C867-14B29710E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1356" y="1506908"/>
            <a:ext cx="2933333" cy="71428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61D8636-391D-E4BD-6ECB-0976CEA82BBB}"/>
              </a:ext>
            </a:extLst>
          </p:cNvPr>
          <p:cNvSpPr txBox="1"/>
          <p:nvPr/>
        </p:nvSpPr>
        <p:spPr>
          <a:xfrm>
            <a:off x="9909968" y="1029007"/>
            <a:ext cx="1131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输入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584163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0877FE3C-722A-49E7-88C8-31F946F77A0C}"/>
              </a:ext>
            </a:extLst>
          </p:cNvPr>
          <p:cNvSpPr/>
          <p:nvPr/>
        </p:nvSpPr>
        <p:spPr>
          <a:xfrm>
            <a:off x="0" y="0"/>
            <a:ext cx="12192000" cy="6073690"/>
          </a:xfrm>
          <a:custGeom>
            <a:avLst/>
            <a:gdLst>
              <a:gd name="connsiteX0" fmla="*/ 1210172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026939 h 6858000"/>
              <a:gd name="connsiteX5" fmla="*/ 82183 w 12192000"/>
              <a:gd name="connsiteY5" fmla="*/ 6032908 h 6858000"/>
              <a:gd name="connsiteX6" fmla="*/ 4008121 w 12192000"/>
              <a:gd name="connsiteY6" fmla="*/ 5532120 h 6858000"/>
              <a:gd name="connsiteX7" fmla="*/ 11826240 w 12192000"/>
              <a:gd name="connsiteY7" fmla="*/ 158234 h 6858000"/>
              <a:gd name="connsiteX0" fmla="*/ 12192000 w 12283440"/>
              <a:gd name="connsiteY0" fmla="*/ 6858000 h 6949440"/>
              <a:gd name="connsiteX1" fmla="*/ 0 w 12283440"/>
              <a:gd name="connsiteY1" fmla="*/ 6858000 h 6949440"/>
              <a:gd name="connsiteX2" fmla="*/ 0 w 12283440"/>
              <a:gd name="connsiteY2" fmla="*/ 6026939 h 6949440"/>
              <a:gd name="connsiteX3" fmla="*/ 82183 w 12283440"/>
              <a:gd name="connsiteY3" fmla="*/ 6032908 h 6949440"/>
              <a:gd name="connsiteX4" fmla="*/ 4008121 w 12283440"/>
              <a:gd name="connsiteY4" fmla="*/ 5532120 h 6949440"/>
              <a:gd name="connsiteX5" fmla="*/ 11826240 w 12283440"/>
              <a:gd name="connsiteY5" fmla="*/ 158234 h 6949440"/>
              <a:gd name="connsiteX6" fmla="*/ 12101720 w 12283440"/>
              <a:gd name="connsiteY6" fmla="*/ 0 h 6949440"/>
              <a:gd name="connsiteX7" fmla="*/ 12192000 w 12283440"/>
              <a:gd name="connsiteY7" fmla="*/ 0 h 6949440"/>
              <a:gd name="connsiteX8" fmla="*/ 12283440 w 12283440"/>
              <a:gd name="connsiteY8" fmla="*/ 6949440 h 6949440"/>
              <a:gd name="connsiteX0" fmla="*/ 0 w 12283440"/>
              <a:gd name="connsiteY0" fmla="*/ 6858000 h 6949440"/>
              <a:gd name="connsiteX1" fmla="*/ 0 w 12283440"/>
              <a:gd name="connsiteY1" fmla="*/ 6026939 h 6949440"/>
              <a:gd name="connsiteX2" fmla="*/ 82183 w 12283440"/>
              <a:gd name="connsiteY2" fmla="*/ 6032908 h 6949440"/>
              <a:gd name="connsiteX3" fmla="*/ 4008121 w 12283440"/>
              <a:gd name="connsiteY3" fmla="*/ 5532120 h 6949440"/>
              <a:gd name="connsiteX4" fmla="*/ 11826240 w 12283440"/>
              <a:gd name="connsiteY4" fmla="*/ 158234 h 6949440"/>
              <a:gd name="connsiteX5" fmla="*/ 12101720 w 12283440"/>
              <a:gd name="connsiteY5" fmla="*/ 0 h 6949440"/>
              <a:gd name="connsiteX6" fmla="*/ 12192000 w 12283440"/>
              <a:gd name="connsiteY6" fmla="*/ 0 h 6949440"/>
              <a:gd name="connsiteX7" fmla="*/ 12283440 w 12283440"/>
              <a:gd name="connsiteY7" fmla="*/ 6949440 h 6949440"/>
              <a:gd name="connsiteX0" fmla="*/ 0 w 12192000"/>
              <a:gd name="connsiteY0" fmla="*/ 6858000 h 6858000"/>
              <a:gd name="connsiteX1" fmla="*/ 0 w 12192000"/>
              <a:gd name="connsiteY1" fmla="*/ 6026939 h 6858000"/>
              <a:gd name="connsiteX2" fmla="*/ 82183 w 12192000"/>
              <a:gd name="connsiteY2" fmla="*/ 6032908 h 6858000"/>
              <a:gd name="connsiteX3" fmla="*/ 4008121 w 12192000"/>
              <a:gd name="connsiteY3" fmla="*/ 5532120 h 6858000"/>
              <a:gd name="connsiteX4" fmla="*/ 11826240 w 12192000"/>
              <a:gd name="connsiteY4" fmla="*/ 158234 h 6858000"/>
              <a:gd name="connsiteX5" fmla="*/ 12101720 w 12192000"/>
              <a:gd name="connsiteY5" fmla="*/ 0 h 6858000"/>
              <a:gd name="connsiteX6" fmla="*/ 12192000 w 12192000"/>
              <a:gd name="connsiteY6" fmla="*/ 0 h 6858000"/>
              <a:gd name="connsiteX0" fmla="*/ 0 w 12192000"/>
              <a:gd name="connsiteY0" fmla="*/ 6026939 h 6073690"/>
              <a:gd name="connsiteX1" fmla="*/ 82183 w 12192000"/>
              <a:gd name="connsiteY1" fmla="*/ 6032908 h 6073690"/>
              <a:gd name="connsiteX2" fmla="*/ 4008121 w 12192000"/>
              <a:gd name="connsiteY2" fmla="*/ 5532120 h 6073690"/>
              <a:gd name="connsiteX3" fmla="*/ 11826240 w 12192000"/>
              <a:gd name="connsiteY3" fmla="*/ 158234 h 6073690"/>
              <a:gd name="connsiteX4" fmla="*/ 12101720 w 12192000"/>
              <a:gd name="connsiteY4" fmla="*/ 0 h 6073690"/>
              <a:gd name="connsiteX5" fmla="*/ 12192000 w 12192000"/>
              <a:gd name="connsiteY5" fmla="*/ 0 h 6073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073690">
                <a:moveTo>
                  <a:pt x="0" y="6026939"/>
                </a:moveTo>
                <a:lnTo>
                  <a:pt x="82183" y="6032908"/>
                </a:lnTo>
                <a:cubicBezTo>
                  <a:pt x="1200359" y="6109692"/>
                  <a:pt x="2537937" y="6140768"/>
                  <a:pt x="4008121" y="5532120"/>
                </a:cubicBezTo>
                <a:cubicBezTo>
                  <a:pt x="5968365" y="4720590"/>
                  <a:pt x="9530239" y="1524476"/>
                  <a:pt x="11826240" y="158234"/>
                </a:cubicBezTo>
                <a:lnTo>
                  <a:pt x="12101720" y="0"/>
                </a:lnTo>
                <a:lnTo>
                  <a:pt x="12192000" y="0"/>
                </a:lnTo>
              </a:path>
            </a:pathLst>
          </a:custGeom>
          <a:noFill/>
          <a:ln w="28575">
            <a:gradFill>
              <a:gsLst>
                <a:gs pos="0">
                  <a:srgbClr val="476CE1">
                    <a:lumMod val="58000"/>
                    <a:lumOff val="42000"/>
                  </a:srgbClr>
                </a:gs>
                <a:gs pos="100000">
                  <a:srgbClr val="2148C8">
                    <a:lumMod val="47000"/>
                    <a:lumOff val="53000"/>
                  </a:srgbClr>
                </a:gs>
              </a:gsLst>
              <a:lin ang="5400000" scaled="1"/>
            </a:gradFill>
          </a:ln>
          <a:effectLst>
            <a:outerShdw blurRad="215900" dist="38100" dir="2700000" algn="tl" rotWithShape="0">
              <a:schemeClr val="bg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F6BAD00B-C29C-477D-B594-A89D8D6AA2D5}"/>
              </a:ext>
            </a:extLst>
          </p:cNvPr>
          <p:cNvSpPr txBox="1"/>
          <p:nvPr/>
        </p:nvSpPr>
        <p:spPr>
          <a:xfrm>
            <a:off x="940063" y="1301717"/>
            <a:ext cx="357020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>
                <a:latin typeface="+mj-ea"/>
                <a:ea typeface="+mj-ea"/>
              </a:rPr>
              <a:t>感谢观看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90954AD-DB51-4B26-88AA-87E009F0E0B0}"/>
              </a:ext>
            </a:extLst>
          </p:cNvPr>
          <p:cNvGrpSpPr/>
          <p:nvPr/>
        </p:nvGrpSpPr>
        <p:grpSpPr>
          <a:xfrm>
            <a:off x="15293" y="1093346"/>
            <a:ext cx="3073641" cy="298549"/>
            <a:chOff x="15293" y="1093346"/>
            <a:chExt cx="3073641" cy="298549"/>
          </a:xfrm>
        </p:grpSpPr>
        <p:sp>
          <p:nvSpPr>
            <p:cNvPr id="120" name="平行四边形 119">
              <a:extLst>
                <a:ext uri="{FF2B5EF4-FFF2-40B4-BE49-F238E27FC236}">
                  <a16:creationId xmlns:a16="http://schemas.microsoft.com/office/drawing/2014/main" id="{06CA3DF1-31FD-4ADB-824C-3A69B9E55AC0}"/>
                </a:ext>
              </a:extLst>
            </p:cNvPr>
            <p:cNvSpPr/>
            <p:nvPr/>
          </p:nvSpPr>
          <p:spPr>
            <a:xfrm>
              <a:off x="269534" y="1093346"/>
              <a:ext cx="2819400" cy="187122"/>
            </a:xfrm>
            <a:prstGeom prst="parallelogram">
              <a:avLst/>
            </a:prstGeom>
            <a:gradFill>
              <a:gsLst>
                <a:gs pos="100000">
                  <a:schemeClr val="accent3"/>
                </a:gs>
                <a:gs pos="20000">
                  <a:schemeClr val="accent3">
                    <a:alpha val="0"/>
                  </a:schemeClr>
                </a:gs>
              </a:gsLst>
              <a:lin ang="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1" name="平行四边形 120">
              <a:extLst>
                <a:ext uri="{FF2B5EF4-FFF2-40B4-BE49-F238E27FC236}">
                  <a16:creationId xmlns:a16="http://schemas.microsoft.com/office/drawing/2014/main" id="{E90B3919-14F7-46A1-9965-5DFF15F3D682}"/>
                </a:ext>
              </a:extLst>
            </p:cNvPr>
            <p:cNvSpPr/>
            <p:nvPr/>
          </p:nvSpPr>
          <p:spPr>
            <a:xfrm>
              <a:off x="15293" y="1204773"/>
              <a:ext cx="2819400" cy="187122"/>
            </a:xfrm>
            <a:prstGeom prst="parallelogram">
              <a:avLst/>
            </a:prstGeom>
            <a:gradFill>
              <a:gsLst>
                <a:gs pos="100000">
                  <a:schemeClr val="accent3"/>
                </a:gs>
                <a:gs pos="20000">
                  <a:schemeClr val="accent3">
                    <a:alpha val="0"/>
                  </a:schemeClr>
                </a:gs>
              </a:gsLst>
              <a:lin ang="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66973D7-6556-4EBF-A604-26BDABE8EDAD}"/>
              </a:ext>
            </a:extLst>
          </p:cNvPr>
          <p:cNvGrpSpPr/>
          <p:nvPr/>
        </p:nvGrpSpPr>
        <p:grpSpPr>
          <a:xfrm>
            <a:off x="2093924" y="2394815"/>
            <a:ext cx="3685872" cy="321559"/>
            <a:chOff x="2093924" y="2394815"/>
            <a:chExt cx="3685872" cy="321559"/>
          </a:xfrm>
        </p:grpSpPr>
        <p:sp>
          <p:nvSpPr>
            <p:cNvPr id="122" name="平行四边形 121">
              <a:extLst>
                <a:ext uri="{FF2B5EF4-FFF2-40B4-BE49-F238E27FC236}">
                  <a16:creationId xmlns:a16="http://schemas.microsoft.com/office/drawing/2014/main" id="{51C0F95F-90C5-4D77-A146-B2F692E72CD5}"/>
                </a:ext>
              </a:extLst>
            </p:cNvPr>
            <p:cNvSpPr/>
            <p:nvPr/>
          </p:nvSpPr>
          <p:spPr>
            <a:xfrm>
              <a:off x="2093924" y="2394815"/>
              <a:ext cx="2819400" cy="187122"/>
            </a:xfrm>
            <a:prstGeom prst="parallelogram">
              <a:avLst/>
            </a:prstGeom>
            <a:gradFill>
              <a:gsLst>
                <a:gs pos="100000">
                  <a:schemeClr val="accent3"/>
                </a:gs>
                <a:gs pos="20000">
                  <a:schemeClr val="accent3">
                    <a:alpha val="0"/>
                  </a:schemeClr>
                </a:gs>
              </a:gsLst>
              <a:lin ang="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3" name="平行四边形 122">
              <a:extLst>
                <a:ext uri="{FF2B5EF4-FFF2-40B4-BE49-F238E27FC236}">
                  <a16:creationId xmlns:a16="http://schemas.microsoft.com/office/drawing/2014/main" id="{9117D04B-2823-4777-89F8-244176DEADC8}"/>
                </a:ext>
              </a:extLst>
            </p:cNvPr>
            <p:cNvSpPr/>
            <p:nvPr/>
          </p:nvSpPr>
          <p:spPr>
            <a:xfrm>
              <a:off x="2960396" y="2529252"/>
              <a:ext cx="2819400" cy="187122"/>
            </a:xfrm>
            <a:prstGeom prst="parallelogram">
              <a:avLst/>
            </a:prstGeom>
            <a:gradFill>
              <a:gsLst>
                <a:gs pos="100000">
                  <a:schemeClr val="accent3"/>
                </a:gs>
                <a:gs pos="20000">
                  <a:schemeClr val="accent3">
                    <a:alpha val="0"/>
                  </a:schemeClr>
                </a:gs>
              </a:gsLst>
              <a:lin ang="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26" name="文本框 125">
            <a:extLst>
              <a:ext uri="{FF2B5EF4-FFF2-40B4-BE49-F238E27FC236}">
                <a16:creationId xmlns:a16="http://schemas.microsoft.com/office/drawing/2014/main" id="{0100E67D-DEA5-4F9C-9638-DE65D6A4DC21}"/>
              </a:ext>
            </a:extLst>
          </p:cNvPr>
          <p:cNvSpPr txBox="1"/>
          <p:nvPr/>
        </p:nvSpPr>
        <p:spPr>
          <a:xfrm>
            <a:off x="971178" y="2428343"/>
            <a:ext cx="45031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>
                <a:latin typeface="+mj-ea"/>
                <a:ea typeface="+mj-ea"/>
              </a:rPr>
              <a:t>THANK YOU</a:t>
            </a:r>
            <a:endParaRPr lang="zh-CN" altLang="en-US" sz="54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69395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模板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148C8"/>
      </a:accent1>
      <a:accent2>
        <a:srgbClr val="4E79C7"/>
      </a:accent2>
      <a:accent3>
        <a:srgbClr val="FF6B2D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3682</TotalTime>
  <Words>868</Words>
  <Application>Microsoft Office PowerPoint</Application>
  <PresentationFormat>宽屏</PresentationFormat>
  <Paragraphs>127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6" baseType="lpstr"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</dc:creator>
  <cp:lastModifiedBy>K1447</cp:lastModifiedBy>
  <cp:revision>51</cp:revision>
  <dcterms:created xsi:type="dcterms:W3CDTF">2021-11-24T13:02:31Z</dcterms:created>
  <dcterms:modified xsi:type="dcterms:W3CDTF">2024-10-13T17:11:23Z</dcterms:modified>
</cp:coreProperties>
</file>