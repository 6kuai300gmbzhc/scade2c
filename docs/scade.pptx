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79" r:id="rId27"/>
    <p:sldId id="282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7" autoAdjust="0"/>
    <p:restoredTop sz="94672"/>
  </p:normalViewPr>
  <p:slideViewPr>
    <p:cSldViewPr snapToGrid="0">
      <p:cViewPr varScale="1">
        <p:scale>
          <a:sx n="86" d="100"/>
          <a:sy n="86" d="100"/>
        </p:scale>
        <p:origin x="4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2023/10/30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28B268F-54BA-453D-8B59-690A30B7AD14}"/>
              </a:ext>
            </a:extLst>
          </p:cNvPr>
          <p:cNvSpPr txBox="1"/>
          <p:nvPr/>
        </p:nvSpPr>
        <p:spPr>
          <a:xfrm>
            <a:off x="3409025" y="239697"/>
            <a:ext cx="74572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 pre_operator(input1,input2:float64) returns(output1,output2:float64)</a:t>
            </a:r>
          </a:p>
          <a:p>
            <a:r>
              <a:rPr lang="en-US" altLang="zh-CN"/>
              <a:t>var</a:t>
            </a:r>
          </a:p>
          <a:p>
            <a:r>
              <a:rPr lang="en-US" altLang="zh-CN"/>
              <a:t>tmp1:float64;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tmp1=fby(output1;2;output2);</a:t>
            </a:r>
          </a:p>
          <a:p>
            <a:r>
              <a:rPr lang="en-US" altLang="zh-CN"/>
              <a:t>	output1,output2=(1,2)-&gt;pre(tmp1+input1,input2);</a:t>
            </a:r>
          </a:p>
          <a:p>
            <a:r>
              <a:rPr lang="en-US" altLang="zh-CN"/>
              <a:t>tel</a:t>
            </a:r>
          </a:p>
          <a:p>
            <a:endParaRPr lang="en-US" altLang="zh-CN"/>
          </a:p>
          <a:p>
            <a:r>
              <a:rPr lang="zh-CN" altLang="en-US"/>
              <a:t>可以看成</a:t>
            </a:r>
            <a:endParaRPr lang="en-US" altLang="zh-CN"/>
          </a:p>
          <a:p>
            <a:r>
              <a:rPr lang="en-US" altLang="zh-CN"/>
              <a:t>output1=1-&gt;pre(tmp1+input1);</a:t>
            </a:r>
          </a:p>
          <a:p>
            <a:r>
              <a:rPr lang="en-US" altLang="zh-CN"/>
              <a:t>Output2=2-&gt;pre(input2);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 Expr then If_block_1 else 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Expr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2938</TotalTime>
  <Words>1289</Words>
  <Application>Microsoft Office PowerPoint</Application>
  <PresentationFormat>宽屏</PresentationFormat>
  <Paragraphs>141</Paragraphs>
  <Slides>27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48</cp:revision>
  <dcterms:created xsi:type="dcterms:W3CDTF">2023-07-31T07:47:37Z</dcterms:created>
  <dcterms:modified xsi:type="dcterms:W3CDTF">2023-10-30T13:34:40Z</dcterms:modified>
</cp:coreProperties>
</file>