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3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6CBCF29-2F2C-42E4-9FD7-0CB65F64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37" y="666586"/>
            <a:ext cx="4019048" cy="26476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D432E60-DE62-44FF-9624-30EF34701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65" y="3867097"/>
            <a:ext cx="3295238" cy="22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D2598-485F-424A-9255-9EC8E9F8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7947" y="4052571"/>
            <a:ext cx="2123810" cy="2628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243A63-54D2-4322-B7F3-5D2052254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566" y="483026"/>
            <a:ext cx="4152381" cy="635238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EABA0DA-1B88-4B35-B927-0616F5B04FD3}"/>
              </a:ext>
            </a:extLst>
          </p:cNvPr>
          <p:cNvSpPr txBox="1"/>
          <p:nvPr/>
        </p:nvSpPr>
        <p:spPr>
          <a:xfrm>
            <a:off x="370154" y="113694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D8311AE-24DC-4628-A885-C44FA9042646}"/>
              </a:ext>
            </a:extLst>
          </p:cNvPr>
          <p:cNvSpPr txBox="1"/>
          <p:nvPr/>
        </p:nvSpPr>
        <p:spPr>
          <a:xfrm>
            <a:off x="514165" y="3497765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68BC2-ED93-4DFC-88ED-2255AB8C4253}"/>
              </a:ext>
            </a:extLst>
          </p:cNvPr>
          <p:cNvSpPr txBox="1"/>
          <p:nvPr/>
        </p:nvSpPr>
        <p:spPr>
          <a:xfrm>
            <a:off x="9802075" y="3564877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50D852-F1AD-4DCB-8FA7-62680EFB2D87}"/>
              </a:ext>
            </a:extLst>
          </p:cNvPr>
          <p:cNvSpPr txBox="1"/>
          <p:nvPr/>
        </p:nvSpPr>
        <p:spPr>
          <a:xfrm>
            <a:off x="4854566" y="64048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转换后</a:t>
            </a:r>
            <a:r>
              <a:rPr lang="en-US" altLang="zh-CN" dirty="0"/>
              <a:t>C</a:t>
            </a:r>
            <a:r>
              <a:rPr lang="zh-CN" altLang="en-US" dirty="0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82F4CDF-745E-4968-94AA-D3068F21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81" y="109057"/>
            <a:ext cx="2351049" cy="466427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4CD7BA-469E-49D1-AF5F-C2289F3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982" y="109057"/>
            <a:ext cx="1935787" cy="35527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945BEC2-0990-42A2-B81C-ED499EE88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982" y="3740490"/>
            <a:ext cx="2548971" cy="29196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EF4EF50-C34F-412C-80A8-D819ED9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953" y="307284"/>
            <a:ext cx="6196937" cy="29047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F0F8AC1-2C7E-4224-9FC3-43ADAC4AE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935" y="3740490"/>
            <a:ext cx="6789184" cy="257233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0248E89-BA80-481F-8703-27AFF0DCD401}"/>
              </a:ext>
            </a:extLst>
          </p:cNvPr>
          <p:cNvSpPr txBox="1"/>
          <p:nvPr/>
        </p:nvSpPr>
        <p:spPr>
          <a:xfrm>
            <a:off x="5212935" y="-39989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63C56D4-EF9E-43DE-8AFC-671CCA1CAEBD}"/>
              </a:ext>
            </a:extLst>
          </p:cNvPr>
          <p:cNvSpPr txBox="1"/>
          <p:nvPr/>
        </p:nvSpPr>
        <p:spPr>
          <a:xfrm>
            <a:off x="5212934" y="3276623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</p:spTree>
    <p:extLst>
      <p:ext uri="{BB962C8B-B14F-4D97-AF65-F5344CB8AC3E}">
        <p14:creationId xmlns:p14="http://schemas.microsoft.com/office/powerpoint/2010/main" val="223371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B7D2A04-F6C6-421E-B194-66D19CB5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094" y="310609"/>
            <a:ext cx="1838095" cy="37904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6E888F8-552D-48F6-81A9-E11C5D7F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7" y="4007121"/>
            <a:ext cx="3087370" cy="24978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ED2B5E-AEB7-4C7F-A765-80D28AB94C5E}"/>
              </a:ext>
            </a:extLst>
          </p:cNvPr>
          <p:cNvSpPr txBox="1"/>
          <p:nvPr/>
        </p:nvSpPr>
        <p:spPr>
          <a:xfrm>
            <a:off x="4446165" y="-58723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2B4A9C-ED15-4CA2-BDED-E354AF1FDCAD}"/>
              </a:ext>
            </a:extLst>
          </p:cNvPr>
          <p:cNvSpPr txBox="1"/>
          <p:nvPr/>
        </p:nvSpPr>
        <p:spPr>
          <a:xfrm>
            <a:off x="774545" y="3507072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BD20B97-118F-438C-B20D-6ECE76A41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252" y="2398444"/>
            <a:ext cx="2171429" cy="41523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F0FB4F9-AAD0-4153-BD40-BBBA7BBA5F61}"/>
              </a:ext>
            </a:extLst>
          </p:cNvPr>
          <p:cNvSpPr txBox="1"/>
          <p:nvPr/>
        </p:nvSpPr>
        <p:spPr>
          <a:xfrm>
            <a:off x="5654793" y="2021181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编译输出结果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8AEA60-41F7-4F45-B692-F7B9F746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52" y="229405"/>
            <a:ext cx="4135713" cy="30952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508904D-E60C-4E6A-8261-62CF56F22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1" y="723835"/>
            <a:ext cx="3212267" cy="4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0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F2F4A4-9411-4394-B6C5-9CD12080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0" y="687946"/>
            <a:ext cx="5062658" cy="39427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820B92-8FD4-471C-8BA2-F4C6D29A0E73}"/>
              </a:ext>
            </a:extLst>
          </p:cNvPr>
          <p:cNvSpPr txBox="1"/>
          <p:nvPr/>
        </p:nvSpPr>
        <p:spPr>
          <a:xfrm>
            <a:off x="176100" y="218114"/>
            <a:ext cx="356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涉及到但暂未添加的文法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CB820D-4F92-4A9F-B8C0-D151A44D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23" y="660682"/>
            <a:ext cx="4400000" cy="21142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4A1E801-09B6-4516-8526-F023EE72D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710" y="3563941"/>
            <a:ext cx="6476190" cy="3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505C34C-FB33-4F5F-B237-141DFE99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93" y="193304"/>
            <a:ext cx="6322653" cy="4323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DFA317-D3ED-452B-8180-224C1B964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51" y="422955"/>
            <a:ext cx="4707189" cy="550874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78F2329-26EE-4613-B178-EE84063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6" y="691613"/>
            <a:ext cx="3905055" cy="4971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353E04-D7D8-4BF6-930E-64CEFD2AC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93" y="6161353"/>
            <a:ext cx="4447619" cy="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4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1899236-8A3C-4DC3-A99A-5C54F5D98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66" y="689795"/>
            <a:ext cx="5923809" cy="28476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74D1EF1-1BC6-4695-9F3C-56F9C03C3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976" y="3429000"/>
            <a:ext cx="4123809" cy="32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FCE611-1D4A-4192-826D-8CF96A71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976" y="461615"/>
            <a:ext cx="3737579" cy="27386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F84544-97B0-4386-8100-4206C4EA4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15" y="4284343"/>
            <a:ext cx="4323809" cy="154285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C821881-F819-4135-A391-EEBE99215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223" y="3612915"/>
            <a:ext cx="3200000" cy="2885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3E3512C-AB86-4BAE-994C-9608415F8E0B}"/>
              </a:ext>
            </a:extLst>
          </p:cNvPr>
          <p:cNvSpPr txBox="1"/>
          <p:nvPr/>
        </p:nvSpPr>
        <p:spPr>
          <a:xfrm>
            <a:off x="234892" y="167780"/>
            <a:ext cx="392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合并函数调用文法</a:t>
            </a:r>
          </a:p>
        </p:txBody>
      </p:sp>
    </p:spTree>
    <p:extLst>
      <p:ext uri="{BB962C8B-B14F-4D97-AF65-F5344CB8AC3E}">
        <p14:creationId xmlns:p14="http://schemas.microsoft.com/office/powerpoint/2010/main" val="28770428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FC4A756-A628-4AC7-9BB0-9ECD92419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85" y="901899"/>
            <a:ext cx="5400000" cy="3095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B2D1526-D4ED-48FC-8CEC-ED3C3166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56" y="4131361"/>
            <a:ext cx="3952381" cy="6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35D8495-83B7-451D-8003-6CE1D225B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90" y="5064853"/>
            <a:ext cx="4085714" cy="61904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8E92B66-BCA0-4881-8E3A-CCCABBAC2B95}"/>
              </a:ext>
            </a:extLst>
          </p:cNvPr>
          <p:cNvSpPr txBox="1"/>
          <p:nvPr/>
        </p:nvSpPr>
        <p:spPr>
          <a:xfrm>
            <a:off x="285226" y="159391"/>
            <a:ext cx="4261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解决文法冲突问题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49E1B35-B3AA-4A3A-8A20-9A0789A3D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417" y="988385"/>
            <a:ext cx="4729287" cy="278804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02895E0-7250-45AA-BD3C-0F8D5743CBA4}"/>
              </a:ext>
            </a:extLst>
          </p:cNvPr>
          <p:cNvSpPr txBox="1"/>
          <p:nvPr/>
        </p:nvSpPr>
        <p:spPr>
          <a:xfrm>
            <a:off x="359185" y="528723"/>
            <a:ext cx="2342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解决前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C0EFD5-8378-4728-AE71-7DFDE0930000}"/>
              </a:ext>
            </a:extLst>
          </p:cNvPr>
          <p:cNvSpPr txBox="1"/>
          <p:nvPr/>
        </p:nvSpPr>
        <p:spPr>
          <a:xfrm>
            <a:off x="7004808" y="532567"/>
            <a:ext cx="255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解决后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645330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A1BA08-645C-4CF3-8C68-85A2E7E48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57" y="702735"/>
            <a:ext cx="7409524" cy="11238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F62815-A6F4-4162-9089-EC4D8B786E50}"/>
              </a:ext>
            </a:extLst>
          </p:cNvPr>
          <p:cNvSpPr txBox="1"/>
          <p:nvPr/>
        </p:nvSpPr>
        <p:spPr>
          <a:xfrm>
            <a:off x="377505" y="151002"/>
            <a:ext cx="2952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数组和结构体结合的例子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4AAF214-B13F-4D2B-AB87-0BAB63114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577" y="2008946"/>
            <a:ext cx="4762752" cy="47545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E8F3ABB-32A8-458B-BC26-A574ADC92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62" y="1946359"/>
            <a:ext cx="6295238" cy="4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0668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CED6D6A-AAE8-4249-BD8B-BBC09CA5205B}"/>
              </a:ext>
            </a:extLst>
          </p:cNvPr>
          <p:cNvSpPr txBox="1"/>
          <p:nvPr/>
        </p:nvSpPr>
        <p:spPr>
          <a:xfrm>
            <a:off x="226503" y="100668"/>
            <a:ext cx="3741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函数调用相关，返回值为多个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6C659B2-26FD-471A-9A75-6F085BB0D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8" y="693858"/>
            <a:ext cx="4790476" cy="16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BC2FC2-9F17-4059-9204-A22848092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429" y="470000"/>
            <a:ext cx="5704762" cy="337142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45322D5-7C5E-4E02-8352-6D6E1DC1D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12" y="2733316"/>
            <a:ext cx="5628571" cy="125714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E81C50C-D122-4B19-9440-61F1EF0E7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2289" y="4220867"/>
            <a:ext cx="3171429" cy="22952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6350368-5A3E-4A0F-8BD6-3539C42D9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503" y="4264909"/>
            <a:ext cx="4390476" cy="2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369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244A888-0D58-4A40-B8B6-3E2D1047C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" y="202512"/>
            <a:ext cx="4929914" cy="2121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24F5CA2-4A9D-4808-867B-7926B6702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7" y="2648694"/>
            <a:ext cx="6542857" cy="211428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30CB6A7-B131-4F35-8945-03B1C36BE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572" y="616712"/>
            <a:ext cx="2923809" cy="26380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E0F674-E951-47EF-9D8A-6C8D8CBFF264}"/>
              </a:ext>
            </a:extLst>
          </p:cNvPr>
          <p:cNvSpPr txBox="1"/>
          <p:nvPr/>
        </p:nvSpPr>
        <p:spPr>
          <a:xfrm>
            <a:off x="545284" y="5033394"/>
            <a:ext cx="886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目前的想法：被调用函数的输入参数展开，新增一个参数，结构体指针，表示返回值。</a:t>
            </a:r>
            <a:endParaRPr lang="en-US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BA94A5-A42C-4C87-BE58-F090F37F6B07}"/>
              </a:ext>
            </a:extLst>
          </p:cNvPr>
          <p:cNvSpPr txBox="1"/>
          <p:nvPr/>
        </p:nvSpPr>
        <p:spPr>
          <a:xfrm>
            <a:off x="545284" y="5486400"/>
            <a:ext cx="95634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原有的代码需要改进的地方：之前是每遇到一个</a:t>
            </a:r>
            <a:r>
              <a:rPr lang="en-US" altLang="zh-CN" dirty="0"/>
              <a:t>node</a:t>
            </a:r>
            <a:r>
              <a:rPr lang="zh-CN" altLang="en-US" dirty="0"/>
              <a:t>都将其转换为对应的</a:t>
            </a:r>
            <a:r>
              <a:rPr lang="en-US" altLang="zh-CN" dirty="0"/>
              <a:t>h</a:t>
            </a:r>
            <a:r>
              <a:rPr lang="zh-CN" altLang="en-US" dirty="0"/>
              <a:t>和</a:t>
            </a:r>
            <a:r>
              <a:rPr lang="en-US" altLang="zh-CN" dirty="0"/>
              <a:t>c</a:t>
            </a:r>
            <a:r>
              <a:rPr lang="zh-CN" altLang="en-US" dirty="0"/>
              <a:t>文件。</a:t>
            </a:r>
            <a:endParaRPr lang="en-US" altLang="zh-CN" dirty="0"/>
          </a:p>
          <a:p>
            <a:r>
              <a:rPr lang="zh-CN" altLang="en-US" dirty="0"/>
              <a:t>需要改为扫描整个文件，若存在函数调用，则对该</a:t>
            </a:r>
            <a:r>
              <a:rPr lang="en-US" altLang="zh-CN" dirty="0"/>
              <a:t>node</a:t>
            </a:r>
            <a:r>
              <a:rPr lang="zh-CN" altLang="en-US" dirty="0"/>
              <a:t>进行标识，扫描完整个文件，根据符号表转换为对应的</a:t>
            </a:r>
            <a:r>
              <a:rPr lang="en-US" altLang="zh-CN" dirty="0"/>
              <a:t>.c</a:t>
            </a:r>
            <a:r>
              <a:rPr lang="zh-CN" altLang="en-US" dirty="0"/>
              <a:t>和</a:t>
            </a:r>
            <a:r>
              <a:rPr lang="en-US" altLang="zh-CN" dirty="0"/>
              <a:t>.h</a:t>
            </a:r>
            <a:r>
              <a:rPr lang="zh-CN" altLang="en-US"/>
              <a:t>。（若函数被调用，生成的格式会改变）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2351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23D4425-CE68-4DB9-92B9-F5866FECA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08" y="142613"/>
            <a:ext cx="4100656" cy="60526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2271DBF-FF1E-4BCC-97D6-C0A556F1E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62" y="377504"/>
            <a:ext cx="4073174" cy="5817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9D3CD82-F549-4749-B303-70A3A20BD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380" y="377504"/>
            <a:ext cx="2114286" cy="331428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896D79C-9993-4B27-81AF-B418000342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951" y="3877122"/>
            <a:ext cx="2457143" cy="2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24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CC1A8F-6621-477A-9440-B03F93B3E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69" y="261628"/>
            <a:ext cx="10572925" cy="2467822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C841FFF1-D1F4-411A-90A6-3BA3344CF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4" y="3882086"/>
            <a:ext cx="2838095" cy="271428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88F14D2-7287-4B95-BCDF-28382541F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5997" y="3810010"/>
            <a:ext cx="2457143" cy="2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7142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92E6B07-9FDD-4B00-81D1-5926F31D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20" y="236851"/>
            <a:ext cx="4104762" cy="408571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9560FFB-D4A2-4AC7-B2EA-B2B28600C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9713" y="236851"/>
            <a:ext cx="2895238" cy="16380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BEA5FEA-73CA-46CC-8EB3-8818C6928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684" y="193993"/>
            <a:ext cx="3638095" cy="17238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A2FA8C4-1CC2-4B23-AE94-EBD839AD3C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992" y="2406015"/>
            <a:ext cx="4337019" cy="408571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11FA692-1F64-418A-8EDD-128E77F13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9512" y="2394617"/>
            <a:ext cx="4276190" cy="3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8421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3DCAFD7-D895-4640-9A6B-AEEE01B89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430" y="146303"/>
            <a:ext cx="2990476" cy="173333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C6D9499-B27F-40BB-AAA6-9C0DD74FF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71" y="93872"/>
            <a:ext cx="3771429" cy="15428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3B7D54-CF4A-49E8-A224-82C672C24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146" y="2434918"/>
            <a:ext cx="3980952" cy="161904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329E7F7-BC55-46AA-99F3-9EC46A90A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830" y="2492061"/>
            <a:ext cx="3361905" cy="1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8949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E7EABA5-2CD5-4BBD-B11F-86028B52D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9" y="350800"/>
            <a:ext cx="4652851" cy="205684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A24773D-8A6C-48B1-85F1-786894767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330" y="332608"/>
            <a:ext cx="4628571" cy="44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EC78AF6-8436-4184-9A3A-3F3439415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33" y="2561180"/>
            <a:ext cx="4761182" cy="329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5708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BAF3525-86D3-4D43-9984-713A7B39A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357" y="302004"/>
            <a:ext cx="5028370" cy="424034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EFBB805-94A6-44DE-90D9-84CF3B351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51" y="141075"/>
            <a:ext cx="4652851" cy="205684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F490546-4588-43B1-8B98-E3D12698B3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73" y="2335973"/>
            <a:ext cx="3819048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7814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5B216DE-0DBA-4658-A944-B6B689791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48"/>
            <a:ext cx="5514286" cy="235238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3C6BCD-B4CA-4130-B637-72CE91AE5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100" y="2355029"/>
            <a:ext cx="6590476" cy="24285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A96AC4F-8BC6-45F9-BDAC-A8DFE8C12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376" y="187538"/>
            <a:ext cx="5171429" cy="22952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F1C3F3-4912-4F4F-910B-64A497DA09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6726" y="4303311"/>
            <a:ext cx="4771650" cy="251791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812F11D-CB3F-4EFA-AFFF-0CC4E728FF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0007" y="2528554"/>
            <a:ext cx="4621230" cy="432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630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3228</TotalTime>
  <Words>2058</Words>
  <Application>Microsoft Office PowerPoint</Application>
  <PresentationFormat>宽屏</PresentationFormat>
  <Paragraphs>237</Paragraphs>
  <Slides>51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5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80</cp:revision>
  <dcterms:created xsi:type="dcterms:W3CDTF">2023-07-31T07:47:37Z</dcterms:created>
  <dcterms:modified xsi:type="dcterms:W3CDTF">2024-05-26T14:47:44Z</dcterms:modified>
</cp:coreProperties>
</file>