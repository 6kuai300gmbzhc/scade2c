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69" r:id="rId3"/>
    <p:sldId id="259" r:id="rId4"/>
    <p:sldId id="266" r:id="rId5"/>
    <p:sldId id="260" r:id="rId6"/>
    <p:sldId id="267" r:id="rId7"/>
    <p:sldId id="261" r:id="rId8"/>
    <p:sldId id="268" r:id="rId9"/>
    <p:sldId id="262" r:id="rId10"/>
    <p:sldId id="263" r:id="rId11"/>
    <p:sldId id="264" r:id="rId12"/>
    <p:sldId id="265" r:id="rId13"/>
    <p:sldId id="257" r:id="rId14"/>
    <p:sldId id="258" r:id="rId15"/>
    <p:sldId id="274" r:id="rId16"/>
    <p:sldId id="270" r:id="rId17"/>
    <p:sldId id="271" r:id="rId18"/>
    <p:sldId id="273" r:id="rId19"/>
    <p:sldId id="272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94672"/>
  </p:normalViewPr>
  <p:slideViewPr>
    <p:cSldViewPr snapToGrid="0">
      <p:cViewPr varScale="1">
        <p:scale>
          <a:sx n="86" d="100"/>
          <a:sy n="86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2023/9/17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-&gt;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6065FC7-AA9A-40A2-9E1A-0F5E75ED7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040" y="2481940"/>
            <a:ext cx="5674683" cy="316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90D756C-EADC-4CF6-9F68-0DA27F6EA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201" y="198591"/>
            <a:ext cx="5692633" cy="347502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696FAED-6993-4363-8EBC-CFE5A5C08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31" y="198591"/>
            <a:ext cx="4699845" cy="630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1584</TotalTime>
  <Words>480</Words>
  <Application>Microsoft Office PowerPoint</Application>
  <PresentationFormat>宽屏</PresentationFormat>
  <Paragraphs>63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3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23</cp:revision>
  <dcterms:created xsi:type="dcterms:W3CDTF">2023-07-31T07:47:37Z</dcterms:created>
  <dcterms:modified xsi:type="dcterms:W3CDTF">2023-09-17T17:10:31Z</dcterms:modified>
</cp:coreProperties>
</file>