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7" autoAdjust="0"/>
    <p:restoredTop sz="94672"/>
  </p:normalViewPr>
  <p:slideViewPr>
    <p:cSldViewPr snapToGrid="0">
      <p:cViewPr varScale="1">
        <p:scale>
          <a:sx n="119" d="100"/>
          <a:sy n="119" d="100"/>
        </p:scale>
        <p:origin x="102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2023/10/7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2230</TotalTime>
  <Words>534</Words>
  <Application>Microsoft Office PowerPoint</Application>
  <PresentationFormat>宽屏</PresentationFormat>
  <Paragraphs>67</Paragraphs>
  <Slides>21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5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xu qianhui</cp:lastModifiedBy>
  <cp:revision>29</cp:revision>
  <dcterms:created xsi:type="dcterms:W3CDTF">2023-07-31T07:47:37Z</dcterms:created>
  <dcterms:modified xsi:type="dcterms:W3CDTF">2023-10-07T14:04:00Z</dcterms:modified>
</cp:coreProperties>
</file>