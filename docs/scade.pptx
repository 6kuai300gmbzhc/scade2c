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1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6CBCF29-2F2C-42E4-9FD7-0CB65F64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37" y="666586"/>
            <a:ext cx="4019048" cy="26476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D432E60-DE62-44FF-9624-30EF34701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65" y="3867097"/>
            <a:ext cx="3295238" cy="22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D2598-485F-424A-9255-9EC8E9F8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7947" y="4052571"/>
            <a:ext cx="2123810" cy="2628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243A63-54D2-4322-B7F3-5D2052254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566" y="483026"/>
            <a:ext cx="4152381" cy="635238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EABA0DA-1B88-4B35-B927-0616F5B04FD3}"/>
              </a:ext>
            </a:extLst>
          </p:cNvPr>
          <p:cNvSpPr txBox="1"/>
          <p:nvPr/>
        </p:nvSpPr>
        <p:spPr>
          <a:xfrm>
            <a:off x="370154" y="113694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D8311AE-24DC-4628-A885-C44FA9042646}"/>
              </a:ext>
            </a:extLst>
          </p:cNvPr>
          <p:cNvSpPr txBox="1"/>
          <p:nvPr/>
        </p:nvSpPr>
        <p:spPr>
          <a:xfrm>
            <a:off x="514165" y="3497765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68BC2-ED93-4DFC-88ED-2255AB8C4253}"/>
              </a:ext>
            </a:extLst>
          </p:cNvPr>
          <p:cNvSpPr txBox="1"/>
          <p:nvPr/>
        </p:nvSpPr>
        <p:spPr>
          <a:xfrm>
            <a:off x="9802075" y="3564877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50D852-F1AD-4DCB-8FA7-62680EFB2D87}"/>
              </a:ext>
            </a:extLst>
          </p:cNvPr>
          <p:cNvSpPr txBox="1"/>
          <p:nvPr/>
        </p:nvSpPr>
        <p:spPr>
          <a:xfrm>
            <a:off x="4854566" y="64048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转换后</a:t>
            </a:r>
            <a:r>
              <a:rPr lang="en-US" altLang="zh-CN" dirty="0"/>
              <a:t>C</a:t>
            </a:r>
            <a:r>
              <a:rPr lang="zh-CN" altLang="en-US" dirty="0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82F4CDF-745E-4968-94AA-D3068F21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81" y="109057"/>
            <a:ext cx="2351049" cy="466427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4CD7BA-469E-49D1-AF5F-C2289F3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982" y="109057"/>
            <a:ext cx="1935787" cy="35527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945BEC2-0990-42A2-B81C-ED499EE88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982" y="3740490"/>
            <a:ext cx="2548971" cy="29196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EF4EF50-C34F-412C-80A8-D819ED9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953" y="307284"/>
            <a:ext cx="6196937" cy="29047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F0F8AC1-2C7E-4224-9FC3-43ADAC4AE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935" y="3740490"/>
            <a:ext cx="6789184" cy="257233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0248E89-BA80-481F-8703-27AFF0DCD401}"/>
              </a:ext>
            </a:extLst>
          </p:cNvPr>
          <p:cNvSpPr txBox="1"/>
          <p:nvPr/>
        </p:nvSpPr>
        <p:spPr>
          <a:xfrm>
            <a:off x="5212935" y="-39989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63C56D4-EF9E-43DE-8AFC-671CCA1CAEBD}"/>
              </a:ext>
            </a:extLst>
          </p:cNvPr>
          <p:cNvSpPr txBox="1"/>
          <p:nvPr/>
        </p:nvSpPr>
        <p:spPr>
          <a:xfrm>
            <a:off x="5212934" y="3276623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</p:spTree>
    <p:extLst>
      <p:ext uri="{BB962C8B-B14F-4D97-AF65-F5344CB8AC3E}">
        <p14:creationId xmlns:p14="http://schemas.microsoft.com/office/powerpoint/2010/main" val="223371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B7D2A04-F6C6-421E-B194-66D19CB5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094" y="310609"/>
            <a:ext cx="1838095" cy="37904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6E888F8-552D-48F6-81A9-E11C5D7F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7" y="4007121"/>
            <a:ext cx="3087370" cy="24978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ED2B5E-AEB7-4C7F-A765-80D28AB94C5E}"/>
              </a:ext>
            </a:extLst>
          </p:cNvPr>
          <p:cNvSpPr txBox="1"/>
          <p:nvPr/>
        </p:nvSpPr>
        <p:spPr>
          <a:xfrm>
            <a:off x="4446165" y="-58723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2B4A9C-ED15-4CA2-BDED-E354AF1FDCAD}"/>
              </a:ext>
            </a:extLst>
          </p:cNvPr>
          <p:cNvSpPr txBox="1"/>
          <p:nvPr/>
        </p:nvSpPr>
        <p:spPr>
          <a:xfrm>
            <a:off x="774545" y="3507072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BD20B97-118F-438C-B20D-6ECE76A41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252" y="2398444"/>
            <a:ext cx="2171429" cy="41523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F0FB4F9-AAD0-4153-BD40-BBBA7BBA5F61}"/>
              </a:ext>
            </a:extLst>
          </p:cNvPr>
          <p:cNvSpPr txBox="1"/>
          <p:nvPr/>
        </p:nvSpPr>
        <p:spPr>
          <a:xfrm>
            <a:off x="5654793" y="2021181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编译输出结果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8AEA60-41F7-4F45-B692-F7B9F746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52" y="229405"/>
            <a:ext cx="4135713" cy="30952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508904D-E60C-4E6A-8261-62CF56F22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1" y="723835"/>
            <a:ext cx="3212267" cy="4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0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F2F4A4-9411-4394-B6C5-9CD12080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0" y="687946"/>
            <a:ext cx="5062658" cy="39427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820B92-8FD4-471C-8BA2-F4C6D29A0E73}"/>
              </a:ext>
            </a:extLst>
          </p:cNvPr>
          <p:cNvSpPr txBox="1"/>
          <p:nvPr/>
        </p:nvSpPr>
        <p:spPr>
          <a:xfrm>
            <a:off x="176100" y="218114"/>
            <a:ext cx="356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涉及到但暂未添加的文法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CB820D-4F92-4A9F-B8C0-D151A44D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23" y="660682"/>
            <a:ext cx="4400000" cy="21142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4A1E801-09B6-4516-8526-F023EE72D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710" y="3563941"/>
            <a:ext cx="6476190" cy="3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505C34C-FB33-4F5F-B237-141DFE99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93" y="193304"/>
            <a:ext cx="6322653" cy="4323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DFA317-D3ED-452B-8180-224C1B964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51" y="422955"/>
            <a:ext cx="4707189" cy="550874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78F2329-26EE-4613-B178-EE84063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6" y="691613"/>
            <a:ext cx="3905055" cy="4971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353E04-D7D8-4BF6-930E-64CEFD2AC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93" y="6161353"/>
            <a:ext cx="4447619" cy="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4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1899236-8A3C-4DC3-A99A-5C54F5D98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66" y="689795"/>
            <a:ext cx="5923809" cy="28476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74D1EF1-1BC6-4695-9F3C-56F9C03C3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976" y="3429000"/>
            <a:ext cx="4123809" cy="32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FCE611-1D4A-4192-826D-8CF96A71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976" y="461615"/>
            <a:ext cx="3737579" cy="27386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F84544-97B0-4386-8100-4206C4EA4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15" y="4284343"/>
            <a:ext cx="4323809" cy="154285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C821881-F819-4135-A391-EEBE99215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223" y="3612915"/>
            <a:ext cx="3200000" cy="2885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3E3512C-AB86-4BAE-994C-9608415F8E0B}"/>
              </a:ext>
            </a:extLst>
          </p:cNvPr>
          <p:cNvSpPr txBox="1"/>
          <p:nvPr/>
        </p:nvSpPr>
        <p:spPr>
          <a:xfrm>
            <a:off x="234892" y="167780"/>
            <a:ext cx="392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合并函数调用文法</a:t>
            </a:r>
          </a:p>
        </p:txBody>
      </p:sp>
    </p:spTree>
    <p:extLst>
      <p:ext uri="{BB962C8B-B14F-4D97-AF65-F5344CB8AC3E}">
        <p14:creationId xmlns:p14="http://schemas.microsoft.com/office/powerpoint/2010/main" val="28770428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FC4A756-A628-4AC7-9BB0-9ECD92419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85" y="901899"/>
            <a:ext cx="5400000" cy="3095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B2D1526-D4ED-48FC-8CEC-ED3C3166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56" y="4131361"/>
            <a:ext cx="3952381" cy="6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35D8495-83B7-451D-8003-6CE1D225B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90" y="5064853"/>
            <a:ext cx="4085714" cy="61904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8E92B66-BCA0-4881-8E3A-CCCABBAC2B95}"/>
              </a:ext>
            </a:extLst>
          </p:cNvPr>
          <p:cNvSpPr txBox="1"/>
          <p:nvPr/>
        </p:nvSpPr>
        <p:spPr>
          <a:xfrm>
            <a:off x="285226" y="159391"/>
            <a:ext cx="4261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解决文法冲突问题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49E1B35-B3AA-4A3A-8A20-9A0789A3D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417" y="988385"/>
            <a:ext cx="4729287" cy="278804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02895E0-7250-45AA-BD3C-0F8D5743CBA4}"/>
              </a:ext>
            </a:extLst>
          </p:cNvPr>
          <p:cNvSpPr txBox="1"/>
          <p:nvPr/>
        </p:nvSpPr>
        <p:spPr>
          <a:xfrm>
            <a:off x="359185" y="528723"/>
            <a:ext cx="2342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解决前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C0EFD5-8378-4728-AE71-7DFDE0930000}"/>
              </a:ext>
            </a:extLst>
          </p:cNvPr>
          <p:cNvSpPr txBox="1"/>
          <p:nvPr/>
        </p:nvSpPr>
        <p:spPr>
          <a:xfrm>
            <a:off x="7004808" y="532567"/>
            <a:ext cx="255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解决后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645330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A1BA08-645C-4CF3-8C68-85A2E7E48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57" y="702735"/>
            <a:ext cx="7409524" cy="11238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F62815-A6F4-4162-9089-EC4D8B786E50}"/>
              </a:ext>
            </a:extLst>
          </p:cNvPr>
          <p:cNvSpPr txBox="1"/>
          <p:nvPr/>
        </p:nvSpPr>
        <p:spPr>
          <a:xfrm>
            <a:off x="377505" y="151002"/>
            <a:ext cx="2952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数组和结构体结合的例子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4AAF214-B13F-4D2B-AB87-0BAB63114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577" y="2008946"/>
            <a:ext cx="4762752" cy="47545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E8F3ABB-32A8-458B-BC26-A574ADC92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62" y="1946359"/>
            <a:ext cx="6295238" cy="4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066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3188</TotalTime>
  <Words>1950</Words>
  <Application>Microsoft Office PowerPoint</Application>
  <PresentationFormat>宽屏</PresentationFormat>
  <Paragraphs>233</Paragraphs>
  <Slides>42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74</cp:revision>
  <dcterms:created xsi:type="dcterms:W3CDTF">2023-07-31T07:47:37Z</dcterms:created>
  <dcterms:modified xsi:type="dcterms:W3CDTF">2024-03-10T14:39:17Z</dcterms:modified>
</cp:coreProperties>
</file>