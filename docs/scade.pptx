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3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72B8382-7568-4D39-AEC7-D8566FE42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64" y="387006"/>
            <a:ext cx="4160134" cy="225599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23CC381-FFF4-4720-A9DC-94BBAF596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9590" y="71857"/>
            <a:ext cx="4780952" cy="67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3072</TotalTime>
  <Words>1902</Words>
  <Application>Microsoft Office PowerPoint</Application>
  <PresentationFormat>宽屏</PresentationFormat>
  <Paragraphs>218</Paragraphs>
  <Slides>35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3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62</cp:revision>
  <dcterms:created xsi:type="dcterms:W3CDTF">2023-07-31T07:47:37Z</dcterms:created>
  <dcterms:modified xsi:type="dcterms:W3CDTF">2024-01-15T06:37:38Z</dcterms:modified>
</cp:coreProperties>
</file>