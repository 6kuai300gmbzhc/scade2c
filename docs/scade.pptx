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  <p:sldId id="285" r:id="rId30"/>
    <p:sldId id="287" r:id="rId31"/>
    <p:sldId id="286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4" autoAdjust="0"/>
    <p:restoredTop sz="94672"/>
  </p:normalViewPr>
  <p:slideViewPr>
    <p:cSldViewPr snapToGrid="0">
      <p:cViewPr varScale="1">
        <p:scale>
          <a:sx n="116" d="100"/>
          <a:sy n="116" d="100"/>
        </p:scale>
        <p:origin x="2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</a:t>
            </a:r>
            <a:r>
              <a:rPr lang="en-US" altLang="zh-CN" b="1">
                <a:solidFill>
                  <a:srgbClr val="FF0000"/>
                </a:solidFill>
              </a:rPr>
              <a:t> Expr </a:t>
            </a:r>
            <a:r>
              <a:rPr lang="en-US" altLang="zh-CN" b="1"/>
              <a:t>then </a:t>
            </a:r>
            <a:r>
              <a:rPr lang="en-US" altLang="zh-CN" b="1">
                <a:solidFill>
                  <a:srgbClr val="FF0000"/>
                </a:solidFill>
              </a:rPr>
              <a:t>If_block_1 </a:t>
            </a:r>
            <a:r>
              <a:rPr lang="en-US" altLang="zh-CN" b="1"/>
              <a:t>else </a:t>
            </a:r>
            <a:r>
              <a:rPr lang="en-US" altLang="zh-CN" b="1">
                <a:solidFill>
                  <a:srgbClr val="FF0000"/>
                </a:solidFill>
              </a:rPr>
              <a:t>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</a:t>
            </a:r>
            <a:r>
              <a:rPr lang="en-US" altLang="zh-CN" b="1"/>
              <a:t>Expr</a:t>
            </a:r>
            <a:r>
              <a:rPr lang="en-US" altLang="zh-CN"/>
              <a:t>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DA41EFE-7A63-66FC-C34B-F629D51084A7}"/>
              </a:ext>
            </a:extLst>
          </p:cNvPr>
          <p:cNvSpPr txBox="1"/>
          <p:nvPr/>
        </p:nvSpPr>
        <p:spPr>
          <a:xfrm>
            <a:off x="242371" y="187287"/>
            <a:ext cx="3966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结构体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B61C85-5A42-AD67-8D48-6CFC04F97B58}"/>
              </a:ext>
            </a:extLst>
          </p:cNvPr>
          <p:cNvSpPr txBox="1"/>
          <p:nvPr/>
        </p:nvSpPr>
        <p:spPr>
          <a:xfrm>
            <a:off x="242371" y="749147"/>
            <a:ext cx="6455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Type_expr</a:t>
            </a:r>
            <a:r>
              <a:rPr kumimoji="1" lang="en" altLang="zh-CN" dirty="0"/>
              <a:t> :: = { 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 } Type_expr_2</a:t>
            </a:r>
          </a:p>
          <a:p>
            <a:r>
              <a:rPr kumimoji="1" lang="en" altLang="zh-CN" dirty="0"/>
              <a:t>Type_expr_1 ::= , </a:t>
            </a:r>
            <a:r>
              <a:rPr kumimoji="1" lang="en" altLang="zh-CN" dirty="0" err="1"/>
              <a:t>Field_decl</a:t>
            </a:r>
            <a:r>
              <a:rPr kumimoji="1" lang="en" altLang="zh-CN" dirty="0"/>
              <a:t> Type_expr_1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/>
              <a:t>Type_expr_2 ::= ^ Expr Type_expr_2</a:t>
            </a:r>
          </a:p>
          <a:p>
            <a:r>
              <a:rPr kumimoji="1" lang="en" altLang="zh-CN" dirty="0"/>
              <a:t>             ::= $</a:t>
            </a:r>
          </a:p>
          <a:p>
            <a:r>
              <a:rPr kumimoji="1" lang="en" altLang="zh-CN" dirty="0" err="1"/>
              <a:t>Field_decl</a:t>
            </a:r>
            <a:r>
              <a:rPr kumimoji="1" lang="en" altLang="zh-CN" dirty="0"/>
              <a:t> ::= id : </a:t>
            </a:r>
            <a:r>
              <a:rPr kumimoji="1" lang="en" altLang="zh-CN" dirty="0" err="1"/>
              <a:t>Type_expr</a:t>
            </a:r>
            <a:endParaRPr kumimoji="1" lang="en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012144-4CF0-9E72-035C-4015FA19F786}"/>
              </a:ext>
            </a:extLst>
          </p:cNvPr>
          <p:cNvSpPr txBox="1"/>
          <p:nvPr/>
        </p:nvSpPr>
        <p:spPr>
          <a:xfrm>
            <a:off x="374573" y="2776251"/>
            <a:ext cx="8108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使用</a:t>
            </a:r>
            <a:r>
              <a:rPr kumimoji="1" lang="en-US" altLang="zh-CN" dirty="0"/>
              <a:t>type</a:t>
            </a:r>
            <a:r>
              <a:rPr kumimoji="1" lang="zh-CN" altLang="en-US" dirty="0"/>
              <a:t>定义结构体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28688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D0F7B-395D-3A94-88BA-A8C377ECFC8A}"/>
              </a:ext>
            </a:extLst>
          </p:cNvPr>
          <p:cNvSpPr txBox="1"/>
          <p:nvPr/>
        </p:nvSpPr>
        <p:spPr>
          <a:xfrm>
            <a:off x="198304" y="209320"/>
            <a:ext cx="656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使用</a:t>
            </a:r>
            <a:r>
              <a:rPr kumimoji="1" lang="en-US" altLang="zh-CN" dirty="0"/>
              <a:t>const</a:t>
            </a:r>
            <a:r>
              <a:rPr kumimoji="1" lang="zh-CN" altLang="en-US" dirty="0"/>
              <a:t>定义并初始化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69A5F3-23AD-7B2A-DAC6-20DBA1E08409}"/>
              </a:ext>
            </a:extLst>
          </p:cNvPr>
          <p:cNvSpPr txBox="1"/>
          <p:nvPr/>
        </p:nvSpPr>
        <p:spPr>
          <a:xfrm>
            <a:off x="198304" y="342900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直接用于输入输出参数</a:t>
            </a:r>
          </a:p>
        </p:txBody>
      </p:sp>
    </p:spTree>
    <p:extLst>
      <p:ext uri="{BB962C8B-B14F-4D97-AF65-F5344CB8AC3E}">
        <p14:creationId xmlns:p14="http://schemas.microsoft.com/office/powerpoint/2010/main" val="25752512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8712464-D556-0B07-34F4-E20AC57645CD}"/>
              </a:ext>
            </a:extLst>
          </p:cNvPr>
          <p:cNvSpPr txBox="1"/>
          <p:nvPr/>
        </p:nvSpPr>
        <p:spPr>
          <a:xfrm>
            <a:off x="308472" y="176270"/>
            <a:ext cx="46821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dirty="0" err="1"/>
              <a:t>Struct_expr</a:t>
            </a:r>
            <a:r>
              <a:rPr kumimoji="1" lang="en" altLang="zh-CN" dirty="0"/>
              <a:t> ::= </a:t>
            </a:r>
            <a:r>
              <a:rPr kumimoji="1" lang="en" altLang="zh-CN" dirty="0" err="1"/>
              <a:t>Epxr</a:t>
            </a:r>
            <a:r>
              <a:rPr kumimoji="1" lang="en" altLang="zh-CN" dirty="0"/>
              <a:t> . id</a:t>
            </a:r>
          </a:p>
          <a:p>
            <a:r>
              <a:rPr kumimoji="1" lang="en" altLang="zh-CN" dirty="0"/>
              <a:t>                   ::= {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 }</a:t>
            </a:r>
          </a:p>
          <a:p>
            <a:r>
              <a:rPr kumimoji="1" lang="en" altLang="zh-CN" dirty="0"/>
              <a:t>Struct_expr_1 ::= , </a:t>
            </a:r>
            <a:r>
              <a:rPr kumimoji="1" lang="en" altLang="zh-CN" dirty="0" err="1"/>
              <a:t>Label_expr</a:t>
            </a:r>
            <a:r>
              <a:rPr kumimoji="1" lang="en" altLang="zh-CN" dirty="0"/>
              <a:t> Struct_expr_1</a:t>
            </a:r>
          </a:p>
          <a:p>
            <a:r>
              <a:rPr kumimoji="1" lang="en" altLang="zh-CN" dirty="0"/>
              <a:t>                      ::= $</a:t>
            </a:r>
          </a:p>
          <a:p>
            <a:r>
              <a:rPr kumimoji="1" lang="en" altLang="zh-CN" dirty="0" err="1"/>
              <a:t>Label_expr</a:t>
            </a:r>
            <a:r>
              <a:rPr kumimoji="1" lang="en" altLang="zh-CN" dirty="0"/>
              <a:t> ::= id : Expr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8820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3034</TotalTime>
  <Words>1332</Words>
  <Application>Microsoft Macintosh PowerPoint</Application>
  <PresentationFormat>宽屏</PresentationFormat>
  <Paragraphs>144</Paragraphs>
  <Slides>31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Microsoft Office User</cp:lastModifiedBy>
  <cp:revision>56</cp:revision>
  <dcterms:created xsi:type="dcterms:W3CDTF">2023-07-31T07:47:37Z</dcterms:created>
  <dcterms:modified xsi:type="dcterms:W3CDTF">2023-12-11T02:44:07Z</dcterms:modified>
</cp:coreProperties>
</file>