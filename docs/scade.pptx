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94672"/>
  </p:normalViewPr>
  <p:slideViewPr>
    <p:cSldViewPr snapToGrid="0">
      <p:cViewPr varScale="1">
        <p:scale>
          <a:sx n="86" d="100"/>
          <a:sy n="86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2023/10/23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2455</TotalTime>
  <Words>683</Words>
  <Application>Microsoft Office PowerPoint</Application>
  <PresentationFormat>宽屏</PresentationFormat>
  <Paragraphs>86</Paragraphs>
  <Slides>22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40</cp:revision>
  <dcterms:created xsi:type="dcterms:W3CDTF">2023-07-31T07:47:37Z</dcterms:created>
  <dcterms:modified xsi:type="dcterms:W3CDTF">2023-10-23T06:18:18Z</dcterms:modified>
</cp:coreProperties>
</file>