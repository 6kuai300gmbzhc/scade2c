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1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2024/5/5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1899236-8A3C-4DC3-A99A-5C54F5D9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66" y="689795"/>
            <a:ext cx="5923809" cy="28476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4D1EF1-1BC6-4695-9F3C-56F9C03C3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976" y="3429000"/>
            <a:ext cx="4123809" cy="32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FCE611-1D4A-4192-826D-8CF96A71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76" y="461615"/>
            <a:ext cx="3737579" cy="27386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F84544-97B0-4386-8100-4206C4EA4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15" y="4284343"/>
            <a:ext cx="4323809" cy="154285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C821881-F819-4135-A391-EEBE99215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223" y="3612915"/>
            <a:ext cx="3200000" cy="2885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3E3512C-AB86-4BAE-994C-9608415F8E0B}"/>
              </a:ext>
            </a:extLst>
          </p:cNvPr>
          <p:cNvSpPr txBox="1"/>
          <p:nvPr/>
        </p:nvSpPr>
        <p:spPr>
          <a:xfrm>
            <a:off x="234892" y="167780"/>
            <a:ext cx="392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合并函数调用文法</a:t>
            </a:r>
          </a:p>
        </p:txBody>
      </p:sp>
    </p:spTree>
    <p:extLst>
      <p:ext uri="{BB962C8B-B14F-4D97-AF65-F5344CB8AC3E}">
        <p14:creationId xmlns:p14="http://schemas.microsoft.com/office/powerpoint/2010/main" val="287704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FC4A756-A628-4AC7-9BB0-9ECD92419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85" y="901899"/>
            <a:ext cx="5400000" cy="3095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2D1526-D4ED-48FC-8CEC-ED3C3166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4131361"/>
            <a:ext cx="3952381" cy="6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35D8495-83B7-451D-8003-6CE1D225B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90" y="5064853"/>
            <a:ext cx="4085714" cy="61904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8E92B66-BCA0-4881-8E3A-CCCABBAC2B95}"/>
              </a:ext>
            </a:extLst>
          </p:cNvPr>
          <p:cNvSpPr txBox="1"/>
          <p:nvPr/>
        </p:nvSpPr>
        <p:spPr>
          <a:xfrm>
            <a:off x="285226" y="159391"/>
            <a:ext cx="42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解决文法冲突问题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9E1B35-B3AA-4A3A-8A20-9A0789A3D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417" y="988385"/>
            <a:ext cx="4729287" cy="278804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02895E0-7250-45AA-BD3C-0F8D5743CBA4}"/>
              </a:ext>
            </a:extLst>
          </p:cNvPr>
          <p:cNvSpPr txBox="1"/>
          <p:nvPr/>
        </p:nvSpPr>
        <p:spPr>
          <a:xfrm>
            <a:off x="359185" y="528723"/>
            <a:ext cx="2342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解决前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C0EFD5-8378-4728-AE71-7DFDE0930000}"/>
              </a:ext>
            </a:extLst>
          </p:cNvPr>
          <p:cNvSpPr txBox="1"/>
          <p:nvPr/>
        </p:nvSpPr>
        <p:spPr>
          <a:xfrm>
            <a:off x="7004808" y="532567"/>
            <a:ext cx="255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64533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A1BA08-645C-4CF3-8C68-85A2E7E48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57" y="702735"/>
            <a:ext cx="7409524" cy="11238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62815-A6F4-4162-9089-EC4D8B786E50}"/>
              </a:ext>
            </a:extLst>
          </p:cNvPr>
          <p:cNvSpPr txBox="1"/>
          <p:nvPr/>
        </p:nvSpPr>
        <p:spPr>
          <a:xfrm>
            <a:off x="377505" y="151002"/>
            <a:ext cx="2952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数组和结构体结合的例子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AAF214-B13F-4D2B-AB87-0BAB63114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577" y="2008946"/>
            <a:ext cx="4762752" cy="47545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E8F3ABB-32A8-458B-BC26-A574ADC92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62" y="1946359"/>
            <a:ext cx="6295238" cy="4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0668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ED6D6A-AAE8-4249-BD8B-BBC09CA5205B}"/>
              </a:ext>
            </a:extLst>
          </p:cNvPr>
          <p:cNvSpPr txBox="1"/>
          <p:nvPr/>
        </p:nvSpPr>
        <p:spPr>
          <a:xfrm>
            <a:off x="226503" y="100668"/>
            <a:ext cx="3741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函数调用相关，返回值为多个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C659B2-26FD-471A-9A75-6F085BB0D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8" y="693858"/>
            <a:ext cx="4790476" cy="16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BC2FC2-9F17-4059-9204-A2284809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429" y="470000"/>
            <a:ext cx="5704762" cy="337142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45322D5-7C5E-4E02-8352-6D6E1DC1D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12" y="2733316"/>
            <a:ext cx="5628571" cy="125714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E81C50C-D122-4B19-9440-61F1EF0E7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289" y="4220867"/>
            <a:ext cx="3171429" cy="22952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6350368-5A3E-4A0F-8BD6-3539C42D9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503" y="4264909"/>
            <a:ext cx="4390476" cy="2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36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244A888-0D58-4A40-B8B6-3E2D1047C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" y="202512"/>
            <a:ext cx="4929914" cy="2121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24F5CA2-4A9D-4808-867B-7926B6702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7" y="2648694"/>
            <a:ext cx="6542857" cy="211428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30CB6A7-B131-4F35-8945-03B1C36BE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572" y="616712"/>
            <a:ext cx="2923809" cy="26380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E0F674-E951-47EF-9D8A-6C8D8CBFF264}"/>
              </a:ext>
            </a:extLst>
          </p:cNvPr>
          <p:cNvSpPr txBox="1"/>
          <p:nvPr/>
        </p:nvSpPr>
        <p:spPr>
          <a:xfrm>
            <a:off x="545284" y="5033394"/>
            <a:ext cx="886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目前的想法：被调用函数的输入参数展开，新增一个参数，结构体指针，表示返回值。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BA94A5-A42C-4C87-BE58-F090F37F6B07}"/>
              </a:ext>
            </a:extLst>
          </p:cNvPr>
          <p:cNvSpPr txBox="1"/>
          <p:nvPr/>
        </p:nvSpPr>
        <p:spPr>
          <a:xfrm>
            <a:off x="545284" y="5486400"/>
            <a:ext cx="9563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原有的代码需要改进的地方：之前是每遇到一个</a:t>
            </a:r>
            <a:r>
              <a:rPr lang="en-US" altLang="zh-CN" dirty="0"/>
              <a:t>node</a:t>
            </a:r>
            <a:r>
              <a:rPr lang="zh-CN" altLang="en-US" dirty="0"/>
              <a:t>都将其转换为对应的</a:t>
            </a:r>
            <a:r>
              <a:rPr lang="en-US" altLang="zh-CN" dirty="0"/>
              <a:t>h</a:t>
            </a:r>
            <a:r>
              <a:rPr lang="zh-CN" altLang="en-US" dirty="0"/>
              <a:t>和</a:t>
            </a:r>
            <a:r>
              <a:rPr lang="en-US" altLang="zh-CN" dirty="0"/>
              <a:t>c</a:t>
            </a:r>
            <a:r>
              <a:rPr lang="zh-CN" altLang="en-US" dirty="0"/>
              <a:t>文件。</a:t>
            </a:r>
            <a:endParaRPr lang="en-US" altLang="zh-CN" dirty="0"/>
          </a:p>
          <a:p>
            <a:r>
              <a:rPr lang="zh-CN" altLang="en-US" dirty="0"/>
              <a:t>需要改为扫描整个文件，若存在函数调用，则对该</a:t>
            </a:r>
            <a:r>
              <a:rPr lang="en-US" altLang="zh-CN" dirty="0"/>
              <a:t>node</a:t>
            </a:r>
            <a:r>
              <a:rPr lang="zh-CN" altLang="en-US" dirty="0"/>
              <a:t>进行标识，扫描完整个文件，根据符号表转换为对应的</a:t>
            </a:r>
            <a:r>
              <a:rPr lang="en-US" altLang="zh-CN" dirty="0"/>
              <a:t>.c</a:t>
            </a:r>
            <a:r>
              <a:rPr lang="zh-CN" altLang="en-US" dirty="0"/>
              <a:t>和</a:t>
            </a:r>
            <a:r>
              <a:rPr lang="en-US" altLang="zh-CN" dirty="0"/>
              <a:t>.h</a:t>
            </a:r>
            <a:r>
              <a:rPr lang="zh-CN" altLang="en-US"/>
              <a:t>。（若函数被调用，生成的格式会改变）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2351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23D4425-CE68-4DB9-92B9-F5866FECA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08" y="142613"/>
            <a:ext cx="4100656" cy="60526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2271DBF-FF1E-4BCC-97D6-C0A556F1E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62" y="377504"/>
            <a:ext cx="4073174" cy="5817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9D3CD82-F549-4749-B303-70A3A20BD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380" y="377504"/>
            <a:ext cx="2114286" cy="331428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896D79C-9993-4B27-81AF-B418000342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51" y="3877122"/>
            <a:ext cx="2457143" cy="2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24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CC1A8F-6621-477A-9440-B03F93B3E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69" y="261628"/>
            <a:ext cx="10572925" cy="246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714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3217</TotalTime>
  <Words>2058</Words>
  <Application>Microsoft Office PowerPoint</Application>
  <PresentationFormat>宽屏</PresentationFormat>
  <Paragraphs>237</Paragraphs>
  <Slides>46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78</cp:revision>
  <dcterms:created xsi:type="dcterms:W3CDTF">2023-07-31T07:47:37Z</dcterms:created>
  <dcterms:modified xsi:type="dcterms:W3CDTF">2024-05-05T14:41:53Z</dcterms:modified>
</cp:coreProperties>
</file>